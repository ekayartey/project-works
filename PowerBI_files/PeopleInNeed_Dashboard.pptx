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+xml" PartName="/ppt/slides/slide1.xml"/>
  <Default ContentType="image/png" Extension="png"/>
  <Override ContentType="application/vnd.openxmlformats-officedocument.presentationml.slide+xml" PartName="/ppt/slides/slide2.xml"/>
  <Override ContentType="application/vnd.openxmlformats-officedocument.presentationml.slide+xml" PartName="/ppt/slides/slide3.xml"/>
</Types>
</file>

<file path=_rels/.rels><?xml version="1.0" encoding="UTF-8" standalone="yes"?>
<Relationships xmlns="http://schemas.openxmlformats.org/package/2006/relationships"><Relationship Id="rId1" Target="ppt/presentation.xml" Type="http://schemas.openxmlformats.org/officeDocument/2006/relationships/officeDocument"/><Relationship Id="rId2" Target="docProps/app.xml" Type="http://schemas.openxmlformats.org/officeDocument/2006/relationships/extended-properties"/><Relationship Id="rId3" Target="docProps/core.xml" Type="http://schemas.openxmlformats.org/package/2006/relationships/metadata/core-properties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649200" cy="7315200"/>
  <p:notesSz cx="12649200" cy="7315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viewProps.xml" Type="http://schemas.openxmlformats.org/officeDocument/2006/relationships/viewProps"/><Relationship Id="rId4" Target="presProps.xml" Type="http://schemas.openxmlformats.org/officeDocument/2006/relationships/presProps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.png" Type="http://schemas.openxmlformats.org/officeDocument/2006/relationships/image"/></Relationships>

</file>

<file path=ppt/slides/_rels/slide2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.png" Type="http://schemas.openxmlformats.org/officeDocument/2006/relationships/image"/></Relationships>

</file>

<file path=ppt/slides/_rels/slide3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.png" Type="http://schemas.openxmlformats.org/officeDocument/2006/relationships/image"/></Relationships>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object 686"/>
          <p:cNvSpPr txBox="1"/>
          <p:nvPr/>
        </p:nvSpPr>
        <p:spPr>
          <a:xfrm>
            <a:off x="228599" y="228599"/>
            <a:ext cx="12191999" cy="6857999"/>
          </a:xfrm>
          <a:prstGeom prst="rect">
            <a:avLst/>
          </a:prstGeom>
        </p:spPr>
        <p:txBody>
          <a:bodyPr bIns="0" lIns="0" rIns="0" rtlCol="0" tIns="3658" wrap="square">
            <a:noAutofit/>
          </a:bodyPr>
          <a:lstStyle/>
          <a:p>
            <a:pPr>
              <a:lnSpc>
                <a:spcPts val="650"/>
              </a:lnSpc>
            </a:pPr>
            <a:endParaRPr sz="650"/>
          </a:p>
          <a:p>
            <a:pPr algn="ctr" marL="5631814" marR="5632093">
              <a:lnSpc>
                <a:spcPct val="110839"/>
              </a:lnSpc>
            </a:pP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P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ower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228599" y="548639"/>
            <a:ext cx="12191999" cy="1222247"/>
          </a:xfrm>
          <a:custGeom>
            <a:avLst/>
            <a:gdLst/>
            <a:ahLst/>
            <a:cxnLst/>
            <a:rect b="b" l="l" r="r" t="t"/>
            <a:pathLst>
              <a:path h="1222247" w="12191999">
                <a:moveTo>
                  <a:pt x="9524" y="13334"/>
                </a:moveTo>
                <a:lnTo>
                  <a:pt x="12191999" y="0"/>
                </a:lnTo>
                <a:lnTo>
                  <a:pt x="12191999" y="1222247"/>
                </a:lnTo>
                <a:lnTo>
                  <a:pt x="12182474" y="1203959"/>
                </a:lnTo>
                <a:lnTo>
                  <a:pt x="12182474" y="13334"/>
                </a:lnTo>
                <a:lnTo>
                  <a:pt x="9524" y="13334"/>
                </a:lnTo>
                <a:close/>
              </a:path>
              <a:path h="1222247" w="12191999">
                <a:moveTo>
                  <a:pt x="0" y="0"/>
                </a:moveTo>
                <a:lnTo>
                  <a:pt x="12191999" y="0"/>
                </a:lnTo>
                <a:lnTo>
                  <a:pt x="9524" y="13334"/>
                </a:lnTo>
                <a:lnTo>
                  <a:pt x="9524" y="1203959"/>
                </a:lnTo>
                <a:lnTo>
                  <a:pt x="12182474" y="1203959"/>
                </a:lnTo>
                <a:lnTo>
                  <a:pt x="12191999" y="1222247"/>
                </a:lnTo>
                <a:lnTo>
                  <a:pt x="0" y="12222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98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" name="object 125"/>
          <p:cNvSpPr/>
          <p:nvPr/>
        </p:nvSpPr>
        <p:spPr>
          <a:xfrm>
            <a:off x="12420599" y="557783"/>
            <a:ext cx="30479" cy="1267967"/>
          </a:xfrm>
          <a:custGeom>
            <a:avLst/>
            <a:gdLst/>
            <a:ahLst/>
            <a:cxnLst/>
            <a:rect b="b" l="l" r="r" t="t"/>
            <a:pathLst>
              <a:path h="1267967" w="30479">
                <a:moveTo>
                  <a:pt x="0" y="0"/>
                </a:moveTo>
                <a:lnTo>
                  <a:pt x="30479" y="0"/>
                </a:lnTo>
                <a:lnTo>
                  <a:pt x="30479" y="1267967"/>
                </a:lnTo>
                <a:lnTo>
                  <a:pt x="0" y="126796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939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6" name="object 126"/>
          <p:cNvSpPr/>
          <p:nvPr/>
        </p:nvSpPr>
        <p:spPr>
          <a:xfrm>
            <a:off x="198119" y="557783"/>
            <a:ext cx="30479" cy="1267967"/>
          </a:xfrm>
          <a:custGeom>
            <a:avLst/>
            <a:gdLst/>
            <a:ahLst/>
            <a:cxnLst/>
            <a:rect b="b" l="l" r="r" t="t"/>
            <a:pathLst>
              <a:path h="1267967" w="30479">
                <a:moveTo>
                  <a:pt x="0" y="0"/>
                </a:moveTo>
                <a:lnTo>
                  <a:pt x="30479" y="0"/>
                </a:lnTo>
                <a:lnTo>
                  <a:pt x="30479" y="1267967"/>
                </a:lnTo>
                <a:lnTo>
                  <a:pt x="0" y="126796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939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" name="object 127"/>
          <p:cNvSpPr/>
          <p:nvPr/>
        </p:nvSpPr>
        <p:spPr>
          <a:xfrm>
            <a:off x="228599" y="228599"/>
            <a:ext cx="12191999" cy="6857999"/>
          </a:xfrm>
          <a:custGeom>
            <a:avLst/>
            <a:gdLst/>
            <a:ahLst/>
            <a:cxnLst/>
            <a:rect b="b" l="l" r="r" t="t"/>
            <a:pathLst>
              <a:path h="6857999" w="12191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" name="object 128"/>
          <p:cNvSpPr/>
          <p:nvPr/>
        </p:nvSpPr>
        <p:spPr>
          <a:xfrm>
            <a:off x="1552574" y="638174"/>
            <a:ext cx="4067174" cy="400049"/>
          </a:xfrm>
          <a:custGeom>
            <a:avLst/>
            <a:gdLst/>
            <a:ahLst/>
            <a:cxnLst/>
            <a:rect b="b" l="l" r="r" t="t"/>
            <a:pathLst>
              <a:path h="400049" w="4067174">
                <a:moveTo>
                  <a:pt x="0" y="0"/>
                </a:moveTo>
                <a:lnTo>
                  <a:pt x="4067174" y="0"/>
                </a:lnTo>
                <a:lnTo>
                  <a:pt x="4067174" y="400049"/>
                </a:lnTo>
                <a:lnTo>
                  <a:pt x="0" y="40004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" name="object 129"/>
          <p:cNvSpPr/>
          <p:nvPr/>
        </p:nvSpPr>
        <p:spPr>
          <a:xfrm>
            <a:off x="1557337" y="1138237"/>
            <a:ext cx="1762124" cy="990599"/>
          </a:xfrm>
          <a:custGeom>
            <a:avLst/>
            <a:gdLst/>
            <a:ahLst/>
            <a:cxnLst/>
            <a:rect b="b" l="l" r="r" t="t"/>
            <a:pathLst>
              <a:path h="990599" w="1762124">
                <a:moveTo>
                  <a:pt x="0" y="709612"/>
                </a:moveTo>
                <a:lnTo>
                  <a:pt x="0" y="280987"/>
                </a:lnTo>
                <a:lnTo>
                  <a:pt x="287" y="268286"/>
                </a:lnTo>
                <a:lnTo>
                  <a:pt x="4982" y="228306"/>
                </a:ln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280987" y="0"/>
                </a:lnTo>
                <a:lnTo>
                  <a:pt x="1481137" y="0"/>
                </a:lnTo>
                <a:lnTo>
                  <a:pt x="1521291" y="2883"/>
                </a:lnTo>
                <a:lnTo>
                  <a:pt x="1560617" y="11475"/>
                </a:lnTo>
                <a:lnTo>
                  <a:pt x="1600291" y="26514"/>
                </a:lnTo>
                <a:lnTo>
                  <a:pt x="1635430" y="46152"/>
                </a:lnTo>
                <a:lnTo>
                  <a:pt x="1669029" y="72060"/>
                </a:lnTo>
                <a:lnTo>
                  <a:pt x="1696955" y="101053"/>
                </a:lnTo>
                <a:lnTo>
                  <a:pt x="1721587" y="135599"/>
                </a:lnTo>
                <a:lnTo>
                  <a:pt x="1739894" y="171450"/>
                </a:lnTo>
                <a:lnTo>
                  <a:pt x="1753437" y="211658"/>
                </a:lnTo>
                <a:lnTo>
                  <a:pt x="1760550" y="251280"/>
                </a:lnTo>
                <a:lnTo>
                  <a:pt x="1762124" y="280987"/>
                </a:lnTo>
                <a:lnTo>
                  <a:pt x="1762124" y="709612"/>
                </a:lnTo>
                <a:lnTo>
                  <a:pt x="1759241" y="749765"/>
                </a:lnTo>
                <a:lnTo>
                  <a:pt x="1750649" y="789093"/>
                </a:lnTo>
                <a:lnTo>
                  <a:pt x="1735609" y="828766"/>
                </a:lnTo>
                <a:lnTo>
                  <a:pt x="1715972" y="863905"/>
                </a:lnTo>
                <a:lnTo>
                  <a:pt x="1690064" y="897505"/>
                </a:lnTo>
                <a:lnTo>
                  <a:pt x="1661071" y="925431"/>
                </a:lnTo>
                <a:lnTo>
                  <a:pt x="1626525" y="950062"/>
                </a:lnTo>
                <a:lnTo>
                  <a:pt x="1590674" y="968370"/>
                </a:lnTo>
                <a:lnTo>
                  <a:pt x="1550466" y="981913"/>
                </a:lnTo>
                <a:lnTo>
                  <a:pt x="1510844" y="989025"/>
                </a:lnTo>
                <a:lnTo>
                  <a:pt x="1481137" y="990599"/>
                </a:lnTo>
                <a:lnTo>
                  <a:pt x="280987" y="990599"/>
                </a:lnTo>
                <a:lnTo>
                  <a:pt x="240833" y="987716"/>
                </a:lnTo>
                <a:lnTo>
                  <a:pt x="201506" y="979124"/>
                </a:lnTo>
                <a:lnTo>
                  <a:pt x="161833" y="964085"/>
                </a:lnTo>
                <a:lnTo>
                  <a:pt x="126694" y="944447"/>
                </a:lnTo>
                <a:lnTo>
                  <a:pt x="93094" y="918539"/>
                </a:lnTo>
                <a:lnTo>
                  <a:pt x="65168" y="889546"/>
                </a:lnTo>
                <a:lnTo>
                  <a:pt x="40537" y="855000"/>
                </a:lnTo>
                <a:lnTo>
                  <a:pt x="22229" y="819149"/>
                </a:lnTo>
                <a:lnTo>
                  <a:pt x="8686" y="778941"/>
                </a:lnTo>
                <a:lnTo>
                  <a:pt x="1574" y="739319"/>
                </a:lnTo>
                <a:lnTo>
                  <a:pt x="0" y="709612"/>
                </a:lnTo>
                <a:close/>
              </a:path>
            </a:pathLst>
          </a:custGeom>
          <a:ln w="9524">
            <a:solidFill>
              <a:srgbClr val="D1B04B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" name="object 130"/>
          <p:cNvSpPr/>
          <p:nvPr/>
        </p:nvSpPr>
        <p:spPr>
          <a:xfrm>
            <a:off x="3328987" y="1128712"/>
            <a:ext cx="1619249" cy="1000124"/>
          </a:xfrm>
          <a:custGeom>
            <a:avLst/>
            <a:gdLst/>
            <a:ahLst/>
            <a:cxnLst/>
            <a:rect b="b" l="l" r="r" t="t"/>
            <a:pathLst>
              <a:path h="1000124" w="1619249">
                <a:moveTo>
                  <a:pt x="0" y="719137"/>
                </a:moveTo>
                <a:lnTo>
                  <a:pt x="0" y="280987"/>
                </a:lnTo>
                <a:lnTo>
                  <a:pt x="287" y="268286"/>
                </a:lnTo>
                <a:lnTo>
                  <a:pt x="4982" y="228306"/>
                </a:ln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280987" y="0"/>
                </a:lnTo>
                <a:lnTo>
                  <a:pt x="1338262" y="0"/>
                </a:lnTo>
                <a:lnTo>
                  <a:pt x="1378416" y="2883"/>
                </a:lnTo>
                <a:lnTo>
                  <a:pt x="1417742" y="11475"/>
                </a:lnTo>
                <a:lnTo>
                  <a:pt x="1457416" y="26514"/>
                </a:lnTo>
                <a:lnTo>
                  <a:pt x="1492555" y="46152"/>
                </a:lnTo>
                <a:lnTo>
                  <a:pt x="1526155" y="72060"/>
                </a:lnTo>
                <a:lnTo>
                  <a:pt x="1554081" y="101053"/>
                </a:lnTo>
                <a:lnTo>
                  <a:pt x="1578712" y="135599"/>
                </a:lnTo>
                <a:lnTo>
                  <a:pt x="1597019" y="171450"/>
                </a:lnTo>
                <a:lnTo>
                  <a:pt x="1610562" y="211658"/>
                </a:lnTo>
                <a:lnTo>
                  <a:pt x="1617675" y="251280"/>
                </a:lnTo>
                <a:lnTo>
                  <a:pt x="1619249" y="280987"/>
                </a:lnTo>
                <a:lnTo>
                  <a:pt x="1619249" y="719137"/>
                </a:lnTo>
                <a:lnTo>
                  <a:pt x="1616366" y="759290"/>
                </a:lnTo>
                <a:lnTo>
                  <a:pt x="1607774" y="798617"/>
                </a:lnTo>
                <a:lnTo>
                  <a:pt x="1592735" y="838291"/>
                </a:lnTo>
                <a:lnTo>
                  <a:pt x="1573097" y="873430"/>
                </a:lnTo>
                <a:lnTo>
                  <a:pt x="1547189" y="907030"/>
                </a:lnTo>
                <a:lnTo>
                  <a:pt x="1518196" y="934956"/>
                </a:lnTo>
                <a:lnTo>
                  <a:pt x="1483650" y="959587"/>
                </a:lnTo>
                <a:lnTo>
                  <a:pt x="1447799" y="977895"/>
                </a:lnTo>
                <a:lnTo>
                  <a:pt x="1407591" y="991437"/>
                </a:lnTo>
                <a:lnTo>
                  <a:pt x="1367969" y="998550"/>
                </a:lnTo>
                <a:lnTo>
                  <a:pt x="1338262" y="1000124"/>
                </a:lnTo>
                <a:lnTo>
                  <a:pt x="280987" y="1000124"/>
                </a:lnTo>
                <a:lnTo>
                  <a:pt x="240833" y="997241"/>
                </a:lnTo>
                <a:lnTo>
                  <a:pt x="201506" y="988649"/>
                </a:lnTo>
                <a:lnTo>
                  <a:pt x="161833" y="973610"/>
                </a:lnTo>
                <a:lnTo>
                  <a:pt x="126694" y="953972"/>
                </a:lnTo>
                <a:lnTo>
                  <a:pt x="93094" y="928064"/>
                </a:lnTo>
                <a:lnTo>
                  <a:pt x="65168" y="899071"/>
                </a:lnTo>
                <a:lnTo>
                  <a:pt x="40537" y="864525"/>
                </a:lnTo>
                <a:lnTo>
                  <a:pt x="22229" y="828674"/>
                </a:lnTo>
                <a:lnTo>
                  <a:pt x="8686" y="788466"/>
                </a:lnTo>
                <a:lnTo>
                  <a:pt x="1574" y="748844"/>
                </a:lnTo>
                <a:lnTo>
                  <a:pt x="0" y="719137"/>
                </a:lnTo>
                <a:close/>
              </a:path>
            </a:pathLst>
          </a:custGeom>
          <a:ln w="9524">
            <a:solidFill>
              <a:srgbClr val="D1B04B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" name="object 131"/>
          <p:cNvSpPr/>
          <p:nvPr/>
        </p:nvSpPr>
        <p:spPr>
          <a:xfrm>
            <a:off x="6700837" y="1138237"/>
            <a:ext cx="1628774" cy="1000124"/>
          </a:xfrm>
          <a:custGeom>
            <a:avLst/>
            <a:gdLst/>
            <a:ahLst/>
            <a:cxnLst/>
            <a:rect b="b" l="l" r="r" t="t"/>
            <a:pathLst>
              <a:path h="1000124" w="1628774">
                <a:moveTo>
                  <a:pt x="0" y="719137"/>
                </a:moveTo>
                <a:lnTo>
                  <a:pt x="0" y="280987"/>
                </a:lnTo>
                <a:lnTo>
                  <a:pt x="287" y="268286"/>
                </a:lnTo>
                <a:lnTo>
                  <a:pt x="4982" y="228306"/>
                </a:ln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280987" y="0"/>
                </a:lnTo>
                <a:lnTo>
                  <a:pt x="1347787" y="0"/>
                </a:lnTo>
                <a:lnTo>
                  <a:pt x="1387941" y="2883"/>
                </a:lnTo>
                <a:lnTo>
                  <a:pt x="1427268" y="11475"/>
                </a:lnTo>
                <a:lnTo>
                  <a:pt x="1466941" y="26514"/>
                </a:lnTo>
                <a:lnTo>
                  <a:pt x="1502080" y="46152"/>
                </a:lnTo>
                <a:lnTo>
                  <a:pt x="1535679" y="72060"/>
                </a:lnTo>
                <a:lnTo>
                  <a:pt x="1563606" y="101053"/>
                </a:lnTo>
                <a:lnTo>
                  <a:pt x="1588237" y="135599"/>
                </a:lnTo>
                <a:lnTo>
                  <a:pt x="1606544" y="171450"/>
                </a:lnTo>
                <a:lnTo>
                  <a:pt x="1620087" y="211658"/>
                </a:lnTo>
                <a:lnTo>
                  <a:pt x="1627200" y="251280"/>
                </a:lnTo>
                <a:lnTo>
                  <a:pt x="1628774" y="280987"/>
                </a:lnTo>
                <a:lnTo>
                  <a:pt x="1628774" y="719137"/>
                </a:lnTo>
                <a:lnTo>
                  <a:pt x="1625891" y="759290"/>
                </a:lnTo>
                <a:lnTo>
                  <a:pt x="1617299" y="798617"/>
                </a:lnTo>
                <a:lnTo>
                  <a:pt x="1602260" y="838291"/>
                </a:lnTo>
                <a:lnTo>
                  <a:pt x="1582622" y="873430"/>
                </a:lnTo>
                <a:lnTo>
                  <a:pt x="1556714" y="907030"/>
                </a:lnTo>
                <a:lnTo>
                  <a:pt x="1527721" y="934956"/>
                </a:lnTo>
                <a:lnTo>
                  <a:pt x="1493175" y="959587"/>
                </a:lnTo>
                <a:lnTo>
                  <a:pt x="1457324" y="977895"/>
                </a:lnTo>
                <a:lnTo>
                  <a:pt x="1417116" y="991437"/>
                </a:lnTo>
                <a:lnTo>
                  <a:pt x="1377494" y="998550"/>
                </a:lnTo>
                <a:lnTo>
                  <a:pt x="1347787" y="1000124"/>
                </a:lnTo>
                <a:lnTo>
                  <a:pt x="280987" y="1000124"/>
                </a:lnTo>
                <a:lnTo>
                  <a:pt x="240833" y="997241"/>
                </a:lnTo>
                <a:lnTo>
                  <a:pt x="201506" y="988649"/>
                </a:lnTo>
                <a:lnTo>
                  <a:pt x="161833" y="973610"/>
                </a:lnTo>
                <a:lnTo>
                  <a:pt x="126694" y="953972"/>
                </a:lnTo>
                <a:lnTo>
                  <a:pt x="93094" y="928064"/>
                </a:lnTo>
                <a:lnTo>
                  <a:pt x="65168" y="899071"/>
                </a:lnTo>
                <a:lnTo>
                  <a:pt x="40537" y="864525"/>
                </a:lnTo>
                <a:lnTo>
                  <a:pt x="22229" y="828674"/>
                </a:lnTo>
                <a:lnTo>
                  <a:pt x="8686" y="788466"/>
                </a:lnTo>
                <a:lnTo>
                  <a:pt x="1574" y="748844"/>
                </a:lnTo>
                <a:lnTo>
                  <a:pt x="0" y="719137"/>
                </a:lnTo>
                <a:close/>
              </a:path>
            </a:pathLst>
          </a:custGeom>
          <a:ln w="9524">
            <a:solidFill>
              <a:srgbClr val="D1B04B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" name="object 132"/>
          <p:cNvSpPr/>
          <p:nvPr/>
        </p:nvSpPr>
        <p:spPr>
          <a:xfrm>
            <a:off x="4957762" y="1128712"/>
            <a:ext cx="1733549" cy="1000124"/>
          </a:xfrm>
          <a:custGeom>
            <a:avLst/>
            <a:gdLst/>
            <a:ahLst/>
            <a:cxnLst/>
            <a:rect b="b" l="l" r="r" t="t"/>
            <a:pathLst>
              <a:path h="1000124" w="1733549">
                <a:moveTo>
                  <a:pt x="0" y="719137"/>
                </a:moveTo>
                <a:lnTo>
                  <a:pt x="0" y="280987"/>
                </a:lnTo>
                <a:lnTo>
                  <a:pt x="287" y="268286"/>
                </a:lnTo>
                <a:lnTo>
                  <a:pt x="4982" y="228306"/>
                </a:ln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280987" y="0"/>
                </a:lnTo>
                <a:lnTo>
                  <a:pt x="1452562" y="0"/>
                </a:lnTo>
                <a:lnTo>
                  <a:pt x="1492716" y="2883"/>
                </a:lnTo>
                <a:lnTo>
                  <a:pt x="1532043" y="11475"/>
                </a:lnTo>
                <a:lnTo>
                  <a:pt x="1571716" y="26514"/>
                </a:lnTo>
                <a:lnTo>
                  <a:pt x="1606855" y="46152"/>
                </a:lnTo>
                <a:lnTo>
                  <a:pt x="1640455" y="72060"/>
                </a:lnTo>
                <a:lnTo>
                  <a:pt x="1668381" y="101053"/>
                </a:lnTo>
                <a:lnTo>
                  <a:pt x="1693012" y="135599"/>
                </a:lnTo>
                <a:lnTo>
                  <a:pt x="1711319" y="171450"/>
                </a:lnTo>
                <a:lnTo>
                  <a:pt x="1724862" y="211658"/>
                </a:lnTo>
                <a:lnTo>
                  <a:pt x="1731975" y="251280"/>
                </a:lnTo>
                <a:lnTo>
                  <a:pt x="1733549" y="280987"/>
                </a:lnTo>
                <a:lnTo>
                  <a:pt x="1733549" y="719137"/>
                </a:lnTo>
                <a:lnTo>
                  <a:pt x="1730666" y="759290"/>
                </a:lnTo>
                <a:lnTo>
                  <a:pt x="1722074" y="798617"/>
                </a:lnTo>
                <a:lnTo>
                  <a:pt x="1707035" y="838291"/>
                </a:lnTo>
                <a:lnTo>
                  <a:pt x="1687397" y="873430"/>
                </a:lnTo>
                <a:lnTo>
                  <a:pt x="1661489" y="907030"/>
                </a:lnTo>
                <a:lnTo>
                  <a:pt x="1632496" y="934956"/>
                </a:lnTo>
                <a:lnTo>
                  <a:pt x="1597950" y="959587"/>
                </a:lnTo>
                <a:lnTo>
                  <a:pt x="1562099" y="977895"/>
                </a:lnTo>
                <a:lnTo>
                  <a:pt x="1521891" y="991437"/>
                </a:lnTo>
                <a:lnTo>
                  <a:pt x="1482269" y="998550"/>
                </a:lnTo>
                <a:lnTo>
                  <a:pt x="1452562" y="1000124"/>
                </a:lnTo>
                <a:lnTo>
                  <a:pt x="280987" y="1000124"/>
                </a:lnTo>
                <a:lnTo>
                  <a:pt x="240833" y="997241"/>
                </a:lnTo>
                <a:lnTo>
                  <a:pt x="201506" y="988649"/>
                </a:lnTo>
                <a:lnTo>
                  <a:pt x="161833" y="973610"/>
                </a:lnTo>
                <a:lnTo>
                  <a:pt x="126694" y="953972"/>
                </a:lnTo>
                <a:lnTo>
                  <a:pt x="93094" y="928064"/>
                </a:lnTo>
                <a:lnTo>
                  <a:pt x="65168" y="899071"/>
                </a:lnTo>
                <a:lnTo>
                  <a:pt x="40537" y="864525"/>
                </a:lnTo>
                <a:lnTo>
                  <a:pt x="22229" y="828674"/>
                </a:lnTo>
                <a:lnTo>
                  <a:pt x="8686" y="788466"/>
                </a:lnTo>
                <a:lnTo>
                  <a:pt x="1574" y="748844"/>
                </a:lnTo>
                <a:lnTo>
                  <a:pt x="0" y="719137"/>
                </a:lnTo>
                <a:close/>
              </a:path>
            </a:pathLst>
          </a:custGeom>
          <a:ln w="9524">
            <a:solidFill>
              <a:srgbClr val="D1B04B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" name="object 133"/>
          <p:cNvSpPr/>
          <p:nvPr/>
        </p:nvSpPr>
        <p:spPr>
          <a:xfrm>
            <a:off x="8939212" y="271462"/>
            <a:ext cx="1666874" cy="1514474"/>
          </a:xfrm>
          <a:custGeom>
            <a:avLst/>
            <a:gdLst/>
            <a:ahLst/>
            <a:cxnLst/>
            <a:rect b="b" l="l" r="r" t="t"/>
            <a:pathLst>
              <a:path h="1514474" w="1666874">
                <a:moveTo>
                  <a:pt x="5399" y="226169"/>
                </a:move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1385887" y="0"/>
                </a:lnTo>
                <a:lnTo>
                  <a:pt x="1398588" y="287"/>
                </a:lnTo>
                <a:lnTo>
                  <a:pt x="1438568" y="4982"/>
                </a:lnTo>
                <a:lnTo>
                  <a:pt x="1479524" y="16060"/>
                </a:lnTo>
                <a:lnTo>
                  <a:pt x="1516419" y="32159"/>
                </a:lnTo>
                <a:lnTo>
                  <a:pt x="1552396" y="54649"/>
                </a:lnTo>
                <a:lnTo>
                  <a:pt x="1583030" y="80765"/>
                </a:lnTo>
                <a:lnTo>
                  <a:pt x="1610929" y="112731"/>
                </a:lnTo>
                <a:lnTo>
                  <a:pt x="1632662" y="146614"/>
                </a:lnTo>
                <a:lnTo>
                  <a:pt x="1650081" y="185302"/>
                </a:lnTo>
                <a:lnTo>
                  <a:pt x="1661042" y="224036"/>
                </a:lnTo>
                <a:lnTo>
                  <a:pt x="1666481" y="266114"/>
                </a:lnTo>
                <a:lnTo>
                  <a:pt x="1666874" y="1233487"/>
                </a:lnTo>
                <a:lnTo>
                  <a:pt x="1666587" y="1246188"/>
                </a:lnTo>
                <a:lnTo>
                  <a:pt x="1661892" y="1286168"/>
                </a:lnTo>
                <a:lnTo>
                  <a:pt x="1650814" y="1327124"/>
                </a:lnTo>
                <a:lnTo>
                  <a:pt x="1634715" y="1364020"/>
                </a:lnTo>
                <a:lnTo>
                  <a:pt x="1612224" y="1399997"/>
                </a:lnTo>
                <a:lnTo>
                  <a:pt x="1586108" y="1430630"/>
                </a:lnTo>
                <a:lnTo>
                  <a:pt x="1554143" y="1458529"/>
                </a:lnTo>
                <a:lnTo>
                  <a:pt x="1520259" y="1480262"/>
                </a:lnTo>
                <a:lnTo>
                  <a:pt x="1481572" y="1497681"/>
                </a:lnTo>
                <a:lnTo>
                  <a:pt x="1442838" y="1508642"/>
                </a:lnTo>
                <a:lnTo>
                  <a:pt x="1400760" y="1514081"/>
                </a:lnTo>
                <a:lnTo>
                  <a:pt x="280987" y="1514474"/>
                </a:lnTo>
                <a:lnTo>
                  <a:pt x="268286" y="1514187"/>
                </a:lnTo>
                <a:lnTo>
                  <a:pt x="228306" y="1509492"/>
                </a:lnTo>
                <a:lnTo>
                  <a:pt x="187350" y="1498414"/>
                </a:lnTo>
                <a:lnTo>
                  <a:pt x="150454" y="1482315"/>
                </a:lnTo>
                <a:lnTo>
                  <a:pt x="114477" y="1459824"/>
                </a:lnTo>
                <a:lnTo>
                  <a:pt x="83844" y="1433709"/>
                </a:lnTo>
                <a:lnTo>
                  <a:pt x="55945" y="1401743"/>
                </a:lnTo>
                <a:lnTo>
                  <a:pt x="34212" y="1367860"/>
                </a:lnTo>
                <a:lnTo>
                  <a:pt x="16793" y="1329172"/>
                </a:lnTo>
                <a:lnTo>
                  <a:pt x="5832" y="1290438"/>
                </a:lnTo>
                <a:lnTo>
                  <a:pt x="393" y="1248360"/>
                </a:lnTo>
                <a:lnTo>
                  <a:pt x="0" y="280987"/>
                </a:lnTo>
                <a:lnTo>
                  <a:pt x="287" y="268286"/>
                </a:lnTo>
                <a:lnTo>
                  <a:pt x="4982" y="228306"/>
                </a:lnTo>
                <a:lnTo>
                  <a:pt x="5399" y="226169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" name="object 134"/>
          <p:cNvSpPr/>
          <p:nvPr/>
        </p:nvSpPr>
        <p:spPr>
          <a:xfrm>
            <a:off x="8939212" y="271462"/>
            <a:ext cx="1666874" cy="1514474"/>
          </a:xfrm>
          <a:custGeom>
            <a:avLst/>
            <a:gdLst/>
            <a:ahLst/>
            <a:cxnLst/>
            <a:rect b="b" l="l" r="r" t="t"/>
            <a:pathLst>
              <a:path h="1514474" w="1666874">
                <a:moveTo>
                  <a:pt x="0" y="1233487"/>
                </a:moveTo>
                <a:lnTo>
                  <a:pt x="0" y="280987"/>
                </a:lnTo>
                <a:lnTo>
                  <a:pt x="287" y="268286"/>
                </a:lnTo>
                <a:lnTo>
                  <a:pt x="4982" y="228306"/>
                </a:ln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280987" y="0"/>
                </a:lnTo>
                <a:lnTo>
                  <a:pt x="1385887" y="0"/>
                </a:lnTo>
                <a:lnTo>
                  <a:pt x="1426041" y="2883"/>
                </a:lnTo>
                <a:lnTo>
                  <a:pt x="1465368" y="11475"/>
                </a:lnTo>
                <a:lnTo>
                  <a:pt x="1505041" y="26514"/>
                </a:lnTo>
                <a:lnTo>
                  <a:pt x="1540180" y="46152"/>
                </a:lnTo>
                <a:lnTo>
                  <a:pt x="1573780" y="72060"/>
                </a:lnTo>
                <a:lnTo>
                  <a:pt x="1601706" y="101053"/>
                </a:lnTo>
                <a:lnTo>
                  <a:pt x="1626337" y="135599"/>
                </a:lnTo>
                <a:lnTo>
                  <a:pt x="1644645" y="171450"/>
                </a:lnTo>
                <a:lnTo>
                  <a:pt x="1658187" y="211658"/>
                </a:lnTo>
                <a:lnTo>
                  <a:pt x="1665300" y="251280"/>
                </a:lnTo>
                <a:lnTo>
                  <a:pt x="1666874" y="280987"/>
                </a:lnTo>
                <a:lnTo>
                  <a:pt x="1666874" y="1233487"/>
                </a:lnTo>
                <a:lnTo>
                  <a:pt x="1663991" y="1273641"/>
                </a:lnTo>
                <a:lnTo>
                  <a:pt x="1655399" y="1312968"/>
                </a:lnTo>
                <a:lnTo>
                  <a:pt x="1640360" y="1352641"/>
                </a:lnTo>
                <a:lnTo>
                  <a:pt x="1620722" y="1387780"/>
                </a:lnTo>
                <a:lnTo>
                  <a:pt x="1594814" y="1421380"/>
                </a:lnTo>
                <a:lnTo>
                  <a:pt x="1565821" y="1449306"/>
                </a:lnTo>
                <a:lnTo>
                  <a:pt x="1531275" y="1473937"/>
                </a:lnTo>
                <a:lnTo>
                  <a:pt x="1495424" y="1492245"/>
                </a:lnTo>
                <a:lnTo>
                  <a:pt x="1455216" y="1505788"/>
                </a:lnTo>
                <a:lnTo>
                  <a:pt x="1415594" y="1512900"/>
                </a:lnTo>
                <a:lnTo>
                  <a:pt x="1385887" y="1514474"/>
                </a:lnTo>
                <a:lnTo>
                  <a:pt x="280987" y="1514474"/>
                </a:lnTo>
                <a:lnTo>
                  <a:pt x="240833" y="1511591"/>
                </a:lnTo>
                <a:lnTo>
                  <a:pt x="201506" y="1502999"/>
                </a:lnTo>
                <a:lnTo>
                  <a:pt x="161833" y="1487960"/>
                </a:lnTo>
                <a:lnTo>
                  <a:pt x="126694" y="1468322"/>
                </a:lnTo>
                <a:lnTo>
                  <a:pt x="93094" y="1442414"/>
                </a:lnTo>
                <a:lnTo>
                  <a:pt x="65168" y="1413421"/>
                </a:lnTo>
                <a:lnTo>
                  <a:pt x="40537" y="1378875"/>
                </a:lnTo>
                <a:lnTo>
                  <a:pt x="22229" y="1343024"/>
                </a:lnTo>
                <a:lnTo>
                  <a:pt x="8686" y="1302816"/>
                </a:lnTo>
                <a:lnTo>
                  <a:pt x="1574" y="1263194"/>
                </a:lnTo>
                <a:lnTo>
                  <a:pt x="0" y="123348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" name="object 135"/>
          <p:cNvSpPr/>
          <p:nvPr/>
        </p:nvSpPr>
        <p:spPr>
          <a:xfrm>
            <a:off x="9391649" y="590549"/>
            <a:ext cx="1076324" cy="219074"/>
          </a:xfrm>
          <a:custGeom>
            <a:avLst/>
            <a:gdLst/>
            <a:ahLst/>
            <a:cxnLst/>
            <a:rect b="b" l="l" r="r" t="t"/>
            <a:pathLst>
              <a:path h="219074" w="1076324">
                <a:moveTo>
                  <a:pt x="0" y="0"/>
                </a:moveTo>
                <a:lnTo>
                  <a:pt x="1076324" y="0"/>
                </a:lnTo>
                <a:lnTo>
                  <a:pt x="10763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" name="object 136"/>
          <p:cNvSpPr/>
          <p:nvPr/>
        </p:nvSpPr>
        <p:spPr>
          <a:xfrm>
            <a:off x="9391649" y="828674"/>
            <a:ext cx="1076324" cy="219074"/>
          </a:xfrm>
          <a:custGeom>
            <a:avLst/>
            <a:gdLst/>
            <a:ahLst/>
            <a:cxnLst/>
            <a:rect b="b" l="l" r="r" t="t"/>
            <a:pathLst>
              <a:path h="219074" w="1076324">
                <a:moveTo>
                  <a:pt x="1076324" y="0"/>
                </a:moveTo>
                <a:lnTo>
                  <a:pt x="1076324" y="219074"/>
                </a:lnTo>
                <a:lnTo>
                  <a:pt x="0" y="219074"/>
                </a:lnTo>
                <a:lnTo>
                  <a:pt x="0" y="0"/>
                </a:lnTo>
                <a:lnTo>
                  <a:pt x="10763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" name="object 137"/>
          <p:cNvSpPr/>
          <p:nvPr/>
        </p:nvSpPr>
        <p:spPr>
          <a:xfrm>
            <a:off x="9391649" y="1066799"/>
            <a:ext cx="1076324" cy="219074"/>
          </a:xfrm>
          <a:custGeom>
            <a:avLst/>
            <a:gdLst/>
            <a:ahLst/>
            <a:cxnLst/>
            <a:rect b="b" l="l" r="r" t="t"/>
            <a:pathLst>
              <a:path h="219074" w="1076324">
                <a:moveTo>
                  <a:pt x="1076324" y="0"/>
                </a:moveTo>
                <a:lnTo>
                  <a:pt x="1076324" y="219074"/>
                </a:lnTo>
                <a:lnTo>
                  <a:pt x="0" y="219074"/>
                </a:lnTo>
                <a:lnTo>
                  <a:pt x="0" y="0"/>
                </a:lnTo>
                <a:lnTo>
                  <a:pt x="10763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" name="object 138"/>
          <p:cNvSpPr/>
          <p:nvPr/>
        </p:nvSpPr>
        <p:spPr>
          <a:xfrm>
            <a:off x="9391649" y="1304924"/>
            <a:ext cx="1076324" cy="219074"/>
          </a:xfrm>
          <a:custGeom>
            <a:avLst/>
            <a:gdLst/>
            <a:ahLst/>
            <a:cxnLst/>
            <a:rect b="b" l="l" r="r" t="t"/>
            <a:pathLst>
              <a:path h="219074" w="1076324">
                <a:moveTo>
                  <a:pt x="0" y="0"/>
                </a:moveTo>
                <a:lnTo>
                  <a:pt x="1076324" y="0"/>
                </a:lnTo>
                <a:lnTo>
                  <a:pt x="10763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" name="object 139"/>
          <p:cNvSpPr/>
          <p:nvPr/>
        </p:nvSpPr>
        <p:spPr>
          <a:xfrm>
            <a:off x="352424" y="2343149"/>
            <a:ext cx="3476624" cy="2686049"/>
          </a:xfrm>
          <a:custGeom>
            <a:avLst/>
            <a:gdLst/>
            <a:ahLst/>
            <a:cxnLst/>
            <a:rect b="b" l="l" r="r" t="t"/>
            <a:pathLst>
              <a:path h="2686049" w="3476624">
                <a:moveTo>
                  <a:pt x="0" y="0"/>
                </a:moveTo>
                <a:lnTo>
                  <a:pt x="3476624" y="0"/>
                </a:lnTo>
                <a:lnTo>
                  <a:pt x="3476624" y="2686049"/>
                </a:lnTo>
                <a:lnTo>
                  <a:pt x="0" y="268604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" name="object 140"/>
          <p:cNvSpPr/>
          <p:nvPr/>
        </p:nvSpPr>
        <p:spPr>
          <a:xfrm>
            <a:off x="357187" y="2347912"/>
            <a:ext cx="3467099" cy="2676524"/>
          </a:xfrm>
          <a:custGeom>
            <a:avLst/>
            <a:gdLst/>
            <a:ahLst/>
            <a:cxnLst/>
            <a:rect b="b" l="l" r="r" t="t"/>
            <a:pathLst>
              <a:path h="2676524" w="3467099">
                <a:moveTo>
                  <a:pt x="0" y="0"/>
                </a:moveTo>
                <a:lnTo>
                  <a:pt x="3467099" y="0"/>
                </a:lnTo>
                <a:lnTo>
                  <a:pt x="3467099" y="2676524"/>
                </a:lnTo>
                <a:lnTo>
                  <a:pt x="0" y="267652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" name="object 141"/>
          <p:cNvSpPr/>
          <p:nvPr/>
        </p:nvSpPr>
        <p:spPr>
          <a:xfrm>
            <a:off x="853439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" name="object 142"/>
          <p:cNvSpPr/>
          <p:nvPr/>
        </p:nvSpPr>
        <p:spPr>
          <a:xfrm>
            <a:off x="375856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" name="object 143"/>
          <p:cNvSpPr/>
          <p:nvPr/>
        </p:nvSpPr>
        <p:spPr>
          <a:xfrm>
            <a:off x="37109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" name="object 144"/>
          <p:cNvSpPr/>
          <p:nvPr/>
        </p:nvSpPr>
        <p:spPr>
          <a:xfrm>
            <a:off x="3663314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" name="object 145"/>
          <p:cNvSpPr/>
          <p:nvPr/>
        </p:nvSpPr>
        <p:spPr>
          <a:xfrm>
            <a:off x="361568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" name="object 146"/>
          <p:cNvSpPr/>
          <p:nvPr/>
        </p:nvSpPr>
        <p:spPr>
          <a:xfrm>
            <a:off x="356806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50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50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" name="object 147"/>
          <p:cNvSpPr/>
          <p:nvPr/>
        </p:nvSpPr>
        <p:spPr>
          <a:xfrm>
            <a:off x="35204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" name="object 148"/>
          <p:cNvSpPr/>
          <p:nvPr/>
        </p:nvSpPr>
        <p:spPr>
          <a:xfrm>
            <a:off x="347281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" name="object 149"/>
          <p:cNvSpPr/>
          <p:nvPr/>
        </p:nvSpPr>
        <p:spPr>
          <a:xfrm>
            <a:off x="3425189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" name="object 150"/>
          <p:cNvSpPr/>
          <p:nvPr/>
        </p:nvSpPr>
        <p:spPr>
          <a:xfrm>
            <a:off x="3377564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" name="object 151"/>
          <p:cNvSpPr/>
          <p:nvPr/>
        </p:nvSpPr>
        <p:spPr>
          <a:xfrm>
            <a:off x="33299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50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50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" name="object 152"/>
          <p:cNvSpPr/>
          <p:nvPr/>
        </p:nvSpPr>
        <p:spPr>
          <a:xfrm>
            <a:off x="3282315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" name="object 153"/>
          <p:cNvSpPr/>
          <p:nvPr/>
        </p:nvSpPr>
        <p:spPr>
          <a:xfrm>
            <a:off x="3234689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" name="object 154"/>
          <p:cNvSpPr/>
          <p:nvPr/>
        </p:nvSpPr>
        <p:spPr>
          <a:xfrm>
            <a:off x="318706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" name="object 155"/>
          <p:cNvSpPr/>
          <p:nvPr/>
        </p:nvSpPr>
        <p:spPr>
          <a:xfrm>
            <a:off x="31394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" name="object 156"/>
          <p:cNvSpPr/>
          <p:nvPr/>
        </p:nvSpPr>
        <p:spPr>
          <a:xfrm>
            <a:off x="309181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" name="object 157"/>
          <p:cNvSpPr/>
          <p:nvPr/>
        </p:nvSpPr>
        <p:spPr>
          <a:xfrm>
            <a:off x="304418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" name="object 158"/>
          <p:cNvSpPr/>
          <p:nvPr/>
        </p:nvSpPr>
        <p:spPr>
          <a:xfrm>
            <a:off x="2996564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" name="object 159"/>
          <p:cNvSpPr/>
          <p:nvPr/>
        </p:nvSpPr>
        <p:spPr>
          <a:xfrm>
            <a:off x="29489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" name="object 160"/>
          <p:cNvSpPr/>
          <p:nvPr/>
        </p:nvSpPr>
        <p:spPr>
          <a:xfrm>
            <a:off x="290131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" name="object 161"/>
          <p:cNvSpPr/>
          <p:nvPr/>
        </p:nvSpPr>
        <p:spPr>
          <a:xfrm>
            <a:off x="285368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30" y="14400"/>
                </a:lnTo>
                <a:lnTo>
                  <a:pt x="0" y="12155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" name="object 162"/>
          <p:cNvSpPr/>
          <p:nvPr/>
        </p:nvSpPr>
        <p:spPr>
          <a:xfrm>
            <a:off x="280606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" name="object 163"/>
          <p:cNvSpPr/>
          <p:nvPr/>
        </p:nvSpPr>
        <p:spPr>
          <a:xfrm>
            <a:off x="27584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" name="object 164"/>
          <p:cNvSpPr/>
          <p:nvPr/>
        </p:nvSpPr>
        <p:spPr>
          <a:xfrm>
            <a:off x="271081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5" name="object 165"/>
          <p:cNvSpPr/>
          <p:nvPr/>
        </p:nvSpPr>
        <p:spPr>
          <a:xfrm>
            <a:off x="2663189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6" name="object 166"/>
          <p:cNvSpPr/>
          <p:nvPr/>
        </p:nvSpPr>
        <p:spPr>
          <a:xfrm>
            <a:off x="2615564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7" name="object 167"/>
          <p:cNvSpPr/>
          <p:nvPr/>
        </p:nvSpPr>
        <p:spPr>
          <a:xfrm>
            <a:off x="25679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8" name="object 168"/>
          <p:cNvSpPr/>
          <p:nvPr/>
        </p:nvSpPr>
        <p:spPr>
          <a:xfrm>
            <a:off x="252031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9" name="object 169"/>
          <p:cNvSpPr/>
          <p:nvPr/>
        </p:nvSpPr>
        <p:spPr>
          <a:xfrm>
            <a:off x="247268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0" name="object 170"/>
          <p:cNvSpPr/>
          <p:nvPr/>
        </p:nvSpPr>
        <p:spPr>
          <a:xfrm>
            <a:off x="242506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30" y="14400"/>
                </a:lnTo>
                <a:lnTo>
                  <a:pt x="0" y="12155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1" name="object 171"/>
          <p:cNvSpPr/>
          <p:nvPr/>
        </p:nvSpPr>
        <p:spPr>
          <a:xfrm>
            <a:off x="2377439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2" name="object 172"/>
          <p:cNvSpPr/>
          <p:nvPr/>
        </p:nvSpPr>
        <p:spPr>
          <a:xfrm>
            <a:off x="232981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3" name="object 173"/>
          <p:cNvSpPr/>
          <p:nvPr/>
        </p:nvSpPr>
        <p:spPr>
          <a:xfrm>
            <a:off x="2282189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4" name="object 174"/>
          <p:cNvSpPr/>
          <p:nvPr/>
        </p:nvSpPr>
        <p:spPr>
          <a:xfrm>
            <a:off x="223456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5" name="object 175"/>
          <p:cNvSpPr/>
          <p:nvPr/>
        </p:nvSpPr>
        <p:spPr>
          <a:xfrm>
            <a:off x="21869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6" name="object 176"/>
          <p:cNvSpPr/>
          <p:nvPr/>
        </p:nvSpPr>
        <p:spPr>
          <a:xfrm>
            <a:off x="213931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7" name="object 177"/>
          <p:cNvSpPr/>
          <p:nvPr/>
        </p:nvSpPr>
        <p:spPr>
          <a:xfrm>
            <a:off x="209168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8" name="object 178"/>
          <p:cNvSpPr/>
          <p:nvPr/>
        </p:nvSpPr>
        <p:spPr>
          <a:xfrm>
            <a:off x="204406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9" name="object 179"/>
          <p:cNvSpPr/>
          <p:nvPr/>
        </p:nvSpPr>
        <p:spPr>
          <a:xfrm>
            <a:off x="19964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0" name="object 180"/>
          <p:cNvSpPr/>
          <p:nvPr/>
        </p:nvSpPr>
        <p:spPr>
          <a:xfrm>
            <a:off x="1948814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1" name="object 181"/>
          <p:cNvSpPr/>
          <p:nvPr/>
        </p:nvSpPr>
        <p:spPr>
          <a:xfrm>
            <a:off x="190118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2" name="object 182"/>
          <p:cNvSpPr/>
          <p:nvPr/>
        </p:nvSpPr>
        <p:spPr>
          <a:xfrm>
            <a:off x="185356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3" name="object 183"/>
          <p:cNvSpPr/>
          <p:nvPr/>
        </p:nvSpPr>
        <p:spPr>
          <a:xfrm>
            <a:off x="18059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4" name="object 184"/>
          <p:cNvSpPr/>
          <p:nvPr/>
        </p:nvSpPr>
        <p:spPr>
          <a:xfrm>
            <a:off x="175831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5" name="object 185"/>
          <p:cNvSpPr/>
          <p:nvPr/>
        </p:nvSpPr>
        <p:spPr>
          <a:xfrm>
            <a:off x="171068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6" name="object 186"/>
          <p:cNvSpPr/>
          <p:nvPr/>
        </p:nvSpPr>
        <p:spPr>
          <a:xfrm>
            <a:off x="1663064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7" name="object 187"/>
          <p:cNvSpPr/>
          <p:nvPr/>
        </p:nvSpPr>
        <p:spPr>
          <a:xfrm>
            <a:off x="16154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8" name="object 188"/>
          <p:cNvSpPr/>
          <p:nvPr/>
        </p:nvSpPr>
        <p:spPr>
          <a:xfrm>
            <a:off x="156781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9" name="object 189"/>
          <p:cNvSpPr/>
          <p:nvPr/>
        </p:nvSpPr>
        <p:spPr>
          <a:xfrm>
            <a:off x="152018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0" name="object 190"/>
          <p:cNvSpPr/>
          <p:nvPr/>
        </p:nvSpPr>
        <p:spPr>
          <a:xfrm>
            <a:off x="147256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1" name="object 191"/>
          <p:cNvSpPr/>
          <p:nvPr/>
        </p:nvSpPr>
        <p:spPr>
          <a:xfrm>
            <a:off x="14249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2" name="object 192"/>
          <p:cNvSpPr/>
          <p:nvPr/>
        </p:nvSpPr>
        <p:spPr>
          <a:xfrm>
            <a:off x="137731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3" name="object 193"/>
          <p:cNvSpPr/>
          <p:nvPr/>
        </p:nvSpPr>
        <p:spPr>
          <a:xfrm>
            <a:off x="132968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4" name="object 194"/>
          <p:cNvSpPr/>
          <p:nvPr/>
        </p:nvSpPr>
        <p:spPr>
          <a:xfrm>
            <a:off x="1282064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5" name="object 195"/>
          <p:cNvSpPr/>
          <p:nvPr/>
        </p:nvSpPr>
        <p:spPr>
          <a:xfrm>
            <a:off x="12344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6" name="object 196"/>
          <p:cNvSpPr/>
          <p:nvPr/>
        </p:nvSpPr>
        <p:spPr>
          <a:xfrm>
            <a:off x="118681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7" name="object 197"/>
          <p:cNvSpPr/>
          <p:nvPr/>
        </p:nvSpPr>
        <p:spPr>
          <a:xfrm>
            <a:off x="1139189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8" name="object 198"/>
          <p:cNvSpPr/>
          <p:nvPr/>
        </p:nvSpPr>
        <p:spPr>
          <a:xfrm>
            <a:off x="109156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9" name="object 199"/>
          <p:cNvSpPr/>
          <p:nvPr/>
        </p:nvSpPr>
        <p:spPr>
          <a:xfrm>
            <a:off x="104393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0" name="object 200"/>
          <p:cNvSpPr/>
          <p:nvPr/>
        </p:nvSpPr>
        <p:spPr>
          <a:xfrm>
            <a:off x="996314" y="4089082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1" name="object 201"/>
          <p:cNvSpPr/>
          <p:nvPr/>
        </p:nvSpPr>
        <p:spPr>
          <a:xfrm>
            <a:off x="948689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2" name="object 202"/>
          <p:cNvSpPr/>
          <p:nvPr/>
        </p:nvSpPr>
        <p:spPr>
          <a:xfrm>
            <a:off x="901064" y="4089082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3" name="object 203"/>
          <p:cNvSpPr/>
          <p:nvPr/>
        </p:nvSpPr>
        <p:spPr>
          <a:xfrm>
            <a:off x="853439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4" name="object 204"/>
          <p:cNvSpPr/>
          <p:nvPr/>
        </p:nvSpPr>
        <p:spPr>
          <a:xfrm>
            <a:off x="375856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5" name="object 205"/>
          <p:cNvSpPr/>
          <p:nvPr/>
        </p:nvSpPr>
        <p:spPr>
          <a:xfrm>
            <a:off x="37109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6" name="object 206"/>
          <p:cNvSpPr/>
          <p:nvPr/>
        </p:nvSpPr>
        <p:spPr>
          <a:xfrm>
            <a:off x="3663314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7" name="object 207"/>
          <p:cNvSpPr/>
          <p:nvPr/>
        </p:nvSpPr>
        <p:spPr>
          <a:xfrm>
            <a:off x="361568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8" name="object 208"/>
          <p:cNvSpPr/>
          <p:nvPr/>
        </p:nvSpPr>
        <p:spPr>
          <a:xfrm>
            <a:off x="356806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50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50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9" name="object 209"/>
          <p:cNvSpPr/>
          <p:nvPr/>
        </p:nvSpPr>
        <p:spPr>
          <a:xfrm>
            <a:off x="35204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0" name="object 210"/>
          <p:cNvSpPr/>
          <p:nvPr/>
        </p:nvSpPr>
        <p:spPr>
          <a:xfrm>
            <a:off x="347281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1" name="object 211"/>
          <p:cNvSpPr/>
          <p:nvPr/>
        </p:nvSpPr>
        <p:spPr>
          <a:xfrm>
            <a:off x="3425189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2" name="object 212"/>
          <p:cNvSpPr/>
          <p:nvPr/>
        </p:nvSpPr>
        <p:spPr>
          <a:xfrm>
            <a:off x="3377564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3" name="object 213"/>
          <p:cNvSpPr/>
          <p:nvPr/>
        </p:nvSpPr>
        <p:spPr>
          <a:xfrm>
            <a:off x="33299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50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50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4" name="object 214"/>
          <p:cNvSpPr/>
          <p:nvPr/>
        </p:nvSpPr>
        <p:spPr>
          <a:xfrm>
            <a:off x="3282315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5" name="object 215"/>
          <p:cNvSpPr/>
          <p:nvPr/>
        </p:nvSpPr>
        <p:spPr>
          <a:xfrm>
            <a:off x="3234689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6" name="object 216"/>
          <p:cNvSpPr/>
          <p:nvPr/>
        </p:nvSpPr>
        <p:spPr>
          <a:xfrm>
            <a:off x="318706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7" name="object 217"/>
          <p:cNvSpPr/>
          <p:nvPr/>
        </p:nvSpPr>
        <p:spPr>
          <a:xfrm>
            <a:off x="31394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8" name="object 218"/>
          <p:cNvSpPr/>
          <p:nvPr/>
        </p:nvSpPr>
        <p:spPr>
          <a:xfrm>
            <a:off x="309181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9" name="object 219"/>
          <p:cNvSpPr/>
          <p:nvPr/>
        </p:nvSpPr>
        <p:spPr>
          <a:xfrm>
            <a:off x="304418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0" name="object 220"/>
          <p:cNvSpPr/>
          <p:nvPr/>
        </p:nvSpPr>
        <p:spPr>
          <a:xfrm>
            <a:off x="2996564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1" name="object 221"/>
          <p:cNvSpPr/>
          <p:nvPr/>
        </p:nvSpPr>
        <p:spPr>
          <a:xfrm>
            <a:off x="29489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2" name="object 222"/>
          <p:cNvSpPr/>
          <p:nvPr/>
        </p:nvSpPr>
        <p:spPr>
          <a:xfrm>
            <a:off x="290131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3" name="object 223"/>
          <p:cNvSpPr/>
          <p:nvPr/>
        </p:nvSpPr>
        <p:spPr>
          <a:xfrm>
            <a:off x="285368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30" y="14400"/>
                </a:lnTo>
                <a:lnTo>
                  <a:pt x="0" y="12155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4" name="object 224"/>
          <p:cNvSpPr/>
          <p:nvPr/>
        </p:nvSpPr>
        <p:spPr>
          <a:xfrm>
            <a:off x="280606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5" name="object 225"/>
          <p:cNvSpPr/>
          <p:nvPr/>
        </p:nvSpPr>
        <p:spPr>
          <a:xfrm>
            <a:off x="27584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6" name="object 226"/>
          <p:cNvSpPr/>
          <p:nvPr/>
        </p:nvSpPr>
        <p:spPr>
          <a:xfrm>
            <a:off x="271081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7" name="object 227"/>
          <p:cNvSpPr/>
          <p:nvPr/>
        </p:nvSpPr>
        <p:spPr>
          <a:xfrm>
            <a:off x="2663189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8" name="object 228"/>
          <p:cNvSpPr/>
          <p:nvPr/>
        </p:nvSpPr>
        <p:spPr>
          <a:xfrm>
            <a:off x="2615564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9" name="object 229"/>
          <p:cNvSpPr/>
          <p:nvPr/>
        </p:nvSpPr>
        <p:spPr>
          <a:xfrm>
            <a:off x="25679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0" name="object 230"/>
          <p:cNvSpPr/>
          <p:nvPr/>
        </p:nvSpPr>
        <p:spPr>
          <a:xfrm>
            <a:off x="252031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1" name="object 231"/>
          <p:cNvSpPr/>
          <p:nvPr/>
        </p:nvSpPr>
        <p:spPr>
          <a:xfrm>
            <a:off x="247268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2" name="object 232"/>
          <p:cNvSpPr/>
          <p:nvPr/>
        </p:nvSpPr>
        <p:spPr>
          <a:xfrm>
            <a:off x="242506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30" y="14400"/>
                </a:lnTo>
                <a:lnTo>
                  <a:pt x="0" y="12155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3" name="object 233"/>
          <p:cNvSpPr/>
          <p:nvPr/>
        </p:nvSpPr>
        <p:spPr>
          <a:xfrm>
            <a:off x="2377439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4" name="object 234"/>
          <p:cNvSpPr/>
          <p:nvPr/>
        </p:nvSpPr>
        <p:spPr>
          <a:xfrm>
            <a:off x="232981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5" name="object 235"/>
          <p:cNvSpPr/>
          <p:nvPr/>
        </p:nvSpPr>
        <p:spPr>
          <a:xfrm>
            <a:off x="2282189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6" name="object 236"/>
          <p:cNvSpPr/>
          <p:nvPr/>
        </p:nvSpPr>
        <p:spPr>
          <a:xfrm>
            <a:off x="223456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7" name="object 237"/>
          <p:cNvSpPr/>
          <p:nvPr/>
        </p:nvSpPr>
        <p:spPr>
          <a:xfrm>
            <a:off x="21869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8" name="object 238"/>
          <p:cNvSpPr/>
          <p:nvPr/>
        </p:nvSpPr>
        <p:spPr>
          <a:xfrm>
            <a:off x="213931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9" name="object 239"/>
          <p:cNvSpPr/>
          <p:nvPr/>
        </p:nvSpPr>
        <p:spPr>
          <a:xfrm>
            <a:off x="209168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0" name="object 240"/>
          <p:cNvSpPr/>
          <p:nvPr/>
        </p:nvSpPr>
        <p:spPr>
          <a:xfrm>
            <a:off x="204406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1" name="object 241"/>
          <p:cNvSpPr/>
          <p:nvPr/>
        </p:nvSpPr>
        <p:spPr>
          <a:xfrm>
            <a:off x="19964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2" name="object 242"/>
          <p:cNvSpPr/>
          <p:nvPr/>
        </p:nvSpPr>
        <p:spPr>
          <a:xfrm>
            <a:off x="1948814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3" name="object 243"/>
          <p:cNvSpPr/>
          <p:nvPr/>
        </p:nvSpPr>
        <p:spPr>
          <a:xfrm>
            <a:off x="190118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4" name="object 244"/>
          <p:cNvSpPr/>
          <p:nvPr/>
        </p:nvSpPr>
        <p:spPr>
          <a:xfrm>
            <a:off x="185356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5" name="object 245"/>
          <p:cNvSpPr/>
          <p:nvPr/>
        </p:nvSpPr>
        <p:spPr>
          <a:xfrm>
            <a:off x="18059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6" name="object 246"/>
          <p:cNvSpPr/>
          <p:nvPr/>
        </p:nvSpPr>
        <p:spPr>
          <a:xfrm>
            <a:off x="175831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7" name="object 247"/>
          <p:cNvSpPr/>
          <p:nvPr/>
        </p:nvSpPr>
        <p:spPr>
          <a:xfrm>
            <a:off x="171068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8" name="object 248"/>
          <p:cNvSpPr/>
          <p:nvPr/>
        </p:nvSpPr>
        <p:spPr>
          <a:xfrm>
            <a:off x="1663064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9" name="object 249"/>
          <p:cNvSpPr/>
          <p:nvPr/>
        </p:nvSpPr>
        <p:spPr>
          <a:xfrm>
            <a:off x="16154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0" name="object 250"/>
          <p:cNvSpPr/>
          <p:nvPr/>
        </p:nvSpPr>
        <p:spPr>
          <a:xfrm>
            <a:off x="156781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1" name="object 251"/>
          <p:cNvSpPr/>
          <p:nvPr/>
        </p:nvSpPr>
        <p:spPr>
          <a:xfrm>
            <a:off x="152018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2" name="object 252"/>
          <p:cNvSpPr/>
          <p:nvPr/>
        </p:nvSpPr>
        <p:spPr>
          <a:xfrm>
            <a:off x="147256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3" name="object 253"/>
          <p:cNvSpPr/>
          <p:nvPr/>
        </p:nvSpPr>
        <p:spPr>
          <a:xfrm>
            <a:off x="14249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4" name="object 254"/>
          <p:cNvSpPr/>
          <p:nvPr/>
        </p:nvSpPr>
        <p:spPr>
          <a:xfrm>
            <a:off x="137731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5" name="object 255"/>
          <p:cNvSpPr/>
          <p:nvPr/>
        </p:nvSpPr>
        <p:spPr>
          <a:xfrm>
            <a:off x="132968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6" name="object 256"/>
          <p:cNvSpPr/>
          <p:nvPr/>
        </p:nvSpPr>
        <p:spPr>
          <a:xfrm>
            <a:off x="1282064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7" name="object 257"/>
          <p:cNvSpPr/>
          <p:nvPr/>
        </p:nvSpPr>
        <p:spPr>
          <a:xfrm>
            <a:off x="12344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8" name="object 258"/>
          <p:cNvSpPr/>
          <p:nvPr/>
        </p:nvSpPr>
        <p:spPr>
          <a:xfrm>
            <a:off x="118681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9" name="object 259"/>
          <p:cNvSpPr/>
          <p:nvPr/>
        </p:nvSpPr>
        <p:spPr>
          <a:xfrm>
            <a:off x="1139189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0" name="object 260"/>
          <p:cNvSpPr/>
          <p:nvPr/>
        </p:nvSpPr>
        <p:spPr>
          <a:xfrm>
            <a:off x="109156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1" name="object 261"/>
          <p:cNvSpPr/>
          <p:nvPr/>
        </p:nvSpPr>
        <p:spPr>
          <a:xfrm>
            <a:off x="104393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2" name="object 262"/>
          <p:cNvSpPr/>
          <p:nvPr/>
        </p:nvSpPr>
        <p:spPr>
          <a:xfrm>
            <a:off x="996314" y="3681958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3" name="object 263"/>
          <p:cNvSpPr/>
          <p:nvPr/>
        </p:nvSpPr>
        <p:spPr>
          <a:xfrm>
            <a:off x="948689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4" name="object 264"/>
          <p:cNvSpPr/>
          <p:nvPr/>
        </p:nvSpPr>
        <p:spPr>
          <a:xfrm>
            <a:off x="901064" y="3681958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5" name="object 265"/>
          <p:cNvSpPr/>
          <p:nvPr/>
        </p:nvSpPr>
        <p:spPr>
          <a:xfrm>
            <a:off x="853439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6" name="object 266"/>
          <p:cNvSpPr/>
          <p:nvPr/>
        </p:nvSpPr>
        <p:spPr>
          <a:xfrm>
            <a:off x="375856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7" name="object 267"/>
          <p:cNvSpPr/>
          <p:nvPr/>
        </p:nvSpPr>
        <p:spPr>
          <a:xfrm>
            <a:off x="37109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8" name="object 268"/>
          <p:cNvSpPr/>
          <p:nvPr/>
        </p:nvSpPr>
        <p:spPr>
          <a:xfrm>
            <a:off x="3663314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9" name="object 269"/>
          <p:cNvSpPr/>
          <p:nvPr/>
        </p:nvSpPr>
        <p:spPr>
          <a:xfrm>
            <a:off x="361568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0" name="object 270"/>
          <p:cNvSpPr/>
          <p:nvPr/>
        </p:nvSpPr>
        <p:spPr>
          <a:xfrm>
            <a:off x="356806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50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50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1" name="object 271"/>
          <p:cNvSpPr/>
          <p:nvPr/>
        </p:nvSpPr>
        <p:spPr>
          <a:xfrm>
            <a:off x="35204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2" name="object 272"/>
          <p:cNvSpPr/>
          <p:nvPr/>
        </p:nvSpPr>
        <p:spPr>
          <a:xfrm>
            <a:off x="347281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3" name="object 273"/>
          <p:cNvSpPr/>
          <p:nvPr/>
        </p:nvSpPr>
        <p:spPr>
          <a:xfrm>
            <a:off x="3425189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4" name="object 274"/>
          <p:cNvSpPr/>
          <p:nvPr/>
        </p:nvSpPr>
        <p:spPr>
          <a:xfrm>
            <a:off x="3377564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5" name="object 275"/>
          <p:cNvSpPr/>
          <p:nvPr/>
        </p:nvSpPr>
        <p:spPr>
          <a:xfrm>
            <a:off x="33299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50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50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6" name="object 276"/>
          <p:cNvSpPr/>
          <p:nvPr/>
        </p:nvSpPr>
        <p:spPr>
          <a:xfrm>
            <a:off x="3282315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7" name="object 277"/>
          <p:cNvSpPr/>
          <p:nvPr/>
        </p:nvSpPr>
        <p:spPr>
          <a:xfrm>
            <a:off x="3234689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8" name="object 278"/>
          <p:cNvSpPr/>
          <p:nvPr/>
        </p:nvSpPr>
        <p:spPr>
          <a:xfrm>
            <a:off x="318706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9" name="object 279"/>
          <p:cNvSpPr/>
          <p:nvPr/>
        </p:nvSpPr>
        <p:spPr>
          <a:xfrm>
            <a:off x="31394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0" name="object 280"/>
          <p:cNvSpPr/>
          <p:nvPr/>
        </p:nvSpPr>
        <p:spPr>
          <a:xfrm>
            <a:off x="309181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1" name="object 281"/>
          <p:cNvSpPr/>
          <p:nvPr/>
        </p:nvSpPr>
        <p:spPr>
          <a:xfrm>
            <a:off x="304418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2" name="object 282"/>
          <p:cNvSpPr/>
          <p:nvPr/>
        </p:nvSpPr>
        <p:spPr>
          <a:xfrm>
            <a:off x="2996564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3" name="object 283"/>
          <p:cNvSpPr/>
          <p:nvPr/>
        </p:nvSpPr>
        <p:spPr>
          <a:xfrm>
            <a:off x="29489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4" name="object 284"/>
          <p:cNvSpPr/>
          <p:nvPr/>
        </p:nvSpPr>
        <p:spPr>
          <a:xfrm>
            <a:off x="290131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5" name="object 285"/>
          <p:cNvSpPr/>
          <p:nvPr/>
        </p:nvSpPr>
        <p:spPr>
          <a:xfrm>
            <a:off x="285368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30" y="14400"/>
                </a:lnTo>
                <a:lnTo>
                  <a:pt x="0" y="12155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6" name="object 286"/>
          <p:cNvSpPr/>
          <p:nvPr/>
        </p:nvSpPr>
        <p:spPr>
          <a:xfrm>
            <a:off x="280606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7" name="object 287"/>
          <p:cNvSpPr/>
          <p:nvPr/>
        </p:nvSpPr>
        <p:spPr>
          <a:xfrm>
            <a:off x="27584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8" name="object 288"/>
          <p:cNvSpPr/>
          <p:nvPr/>
        </p:nvSpPr>
        <p:spPr>
          <a:xfrm>
            <a:off x="271081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9" name="object 289"/>
          <p:cNvSpPr/>
          <p:nvPr/>
        </p:nvSpPr>
        <p:spPr>
          <a:xfrm>
            <a:off x="2663189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0" name="object 290"/>
          <p:cNvSpPr/>
          <p:nvPr/>
        </p:nvSpPr>
        <p:spPr>
          <a:xfrm>
            <a:off x="2615564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1" name="object 291"/>
          <p:cNvSpPr/>
          <p:nvPr/>
        </p:nvSpPr>
        <p:spPr>
          <a:xfrm>
            <a:off x="25679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2" name="object 292"/>
          <p:cNvSpPr/>
          <p:nvPr/>
        </p:nvSpPr>
        <p:spPr>
          <a:xfrm>
            <a:off x="252031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3" name="object 293"/>
          <p:cNvSpPr/>
          <p:nvPr/>
        </p:nvSpPr>
        <p:spPr>
          <a:xfrm>
            <a:off x="247268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4" name="object 294"/>
          <p:cNvSpPr/>
          <p:nvPr/>
        </p:nvSpPr>
        <p:spPr>
          <a:xfrm>
            <a:off x="242506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30" y="14400"/>
                </a:lnTo>
                <a:lnTo>
                  <a:pt x="0" y="12155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5" name="object 295"/>
          <p:cNvSpPr/>
          <p:nvPr/>
        </p:nvSpPr>
        <p:spPr>
          <a:xfrm>
            <a:off x="2377439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6" name="object 296"/>
          <p:cNvSpPr/>
          <p:nvPr/>
        </p:nvSpPr>
        <p:spPr>
          <a:xfrm>
            <a:off x="232981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7" name="object 297"/>
          <p:cNvSpPr/>
          <p:nvPr/>
        </p:nvSpPr>
        <p:spPr>
          <a:xfrm>
            <a:off x="2282189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8" name="object 298"/>
          <p:cNvSpPr/>
          <p:nvPr/>
        </p:nvSpPr>
        <p:spPr>
          <a:xfrm>
            <a:off x="223456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9" name="object 299"/>
          <p:cNvSpPr/>
          <p:nvPr/>
        </p:nvSpPr>
        <p:spPr>
          <a:xfrm>
            <a:off x="21869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0" name="object 300"/>
          <p:cNvSpPr/>
          <p:nvPr/>
        </p:nvSpPr>
        <p:spPr>
          <a:xfrm>
            <a:off x="213931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1" name="object 301"/>
          <p:cNvSpPr/>
          <p:nvPr/>
        </p:nvSpPr>
        <p:spPr>
          <a:xfrm>
            <a:off x="209168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2" name="object 302"/>
          <p:cNvSpPr/>
          <p:nvPr/>
        </p:nvSpPr>
        <p:spPr>
          <a:xfrm>
            <a:off x="204406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3" name="object 303"/>
          <p:cNvSpPr/>
          <p:nvPr/>
        </p:nvSpPr>
        <p:spPr>
          <a:xfrm>
            <a:off x="19964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4" name="object 304"/>
          <p:cNvSpPr/>
          <p:nvPr/>
        </p:nvSpPr>
        <p:spPr>
          <a:xfrm>
            <a:off x="1948814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5" name="object 305"/>
          <p:cNvSpPr/>
          <p:nvPr/>
        </p:nvSpPr>
        <p:spPr>
          <a:xfrm>
            <a:off x="190118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6" name="object 306"/>
          <p:cNvSpPr/>
          <p:nvPr/>
        </p:nvSpPr>
        <p:spPr>
          <a:xfrm>
            <a:off x="185356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7" name="object 307"/>
          <p:cNvSpPr/>
          <p:nvPr/>
        </p:nvSpPr>
        <p:spPr>
          <a:xfrm>
            <a:off x="18059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8" name="object 308"/>
          <p:cNvSpPr/>
          <p:nvPr/>
        </p:nvSpPr>
        <p:spPr>
          <a:xfrm>
            <a:off x="175831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9" name="object 309"/>
          <p:cNvSpPr/>
          <p:nvPr/>
        </p:nvSpPr>
        <p:spPr>
          <a:xfrm>
            <a:off x="171068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0" name="object 310"/>
          <p:cNvSpPr/>
          <p:nvPr/>
        </p:nvSpPr>
        <p:spPr>
          <a:xfrm>
            <a:off x="1663064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1" name="object 311"/>
          <p:cNvSpPr/>
          <p:nvPr/>
        </p:nvSpPr>
        <p:spPr>
          <a:xfrm>
            <a:off x="16154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2" name="object 312"/>
          <p:cNvSpPr/>
          <p:nvPr/>
        </p:nvSpPr>
        <p:spPr>
          <a:xfrm>
            <a:off x="156781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3" name="object 313"/>
          <p:cNvSpPr/>
          <p:nvPr/>
        </p:nvSpPr>
        <p:spPr>
          <a:xfrm>
            <a:off x="152018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4" name="object 314"/>
          <p:cNvSpPr/>
          <p:nvPr/>
        </p:nvSpPr>
        <p:spPr>
          <a:xfrm>
            <a:off x="147256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5" name="object 315"/>
          <p:cNvSpPr/>
          <p:nvPr/>
        </p:nvSpPr>
        <p:spPr>
          <a:xfrm>
            <a:off x="14249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6" name="object 316"/>
          <p:cNvSpPr/>
          <p:nvPr/>
        </p:nvSpPr>
        <p:spPr>
          <a:xfrm>
            <a:off x="137731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7" name="object 317"/>
          <p:cNvSpPr/>
          <p:nvPr/>
        </p:nvSpPr>
        <p:spPr>
          <a:xfrm>
            <a:off x="132968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8" name="object 318"/>
          <p:cNvSpPr/>
          <p:nvPr/>
        </p:nvSpPr>
        <p:spPr>
          <a:xfrm>
            <a:off x="1282064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9" name="object 319"/>
          <p:cNvSpPr/>
          <p:nvPr/>
        </p:nvSpPr>
        <p:spPr>
          <a:xfrm>
            <a:off x="12344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0" name="object 320"/>
          <p:cNvSpPr/>
          <p:nvPr/>
        </p:nvSpPr>
        <p:spPr>
          <a:xfrm>
            <a:off x="118681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1" name="object 321"/>
          <p:cNvSpPr/>
          <p:nvPr/>
        </p:nvSpPr>
        <p:spPr>
          <a:xfrm>
            <a:off x="1139189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2" name="object 322"/>
          <p:cNvSpPr/>
          <p:nvPr/>
        </p:nvSpPr>
        <p:spPr>
          <a:xfrm>
            <a:off x="109156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3" name="object 323"/>
          <p:cNvSpPr/>
          <p:nvPr/>
        </p:nvSpPr>
        <p:spPr>
          <a:xfrm>
            <a:off x="104393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4" name="object 324"/>
          <p:cNvSpPr/>
          <p:nvPr/>
        </p:nvSpPr>
        <p:spPr>
          <a:xfrm>
            <a:off x="996314" y="327483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5" name="object 325"/>
          <p:cNvSpPr/>
          <p:nvPr/>
        </p:nvSpPr>
        <p:spPr>
          <a:xfrm>
            <a:off x="948689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6" name="object 326"/>
          <p:cNvSpPr/>
          <p:nvPr/>
        </p:nvSpPr>
        <p:spPr>
          <a:xfrm>
            <a:off x="901064" y="3274835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7" name="object 327"/>
          <p:cNvSpPr/>
          <p:nvPr/>
        </p:nvSpPr>
        <p:spPr>
          <a:xfrm>
            <a:off x="853439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8" name="object 328"/>
          <p:cNvSpPr/>
          <p:nvPr/>
        </p:nvSpPr>
        <p:spPr>
          <a:xfrm>
            <a:off x="375856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9" name="object 329"/>
          <p:cNvSpPr/>
          <p:nvPr/>
        </p:nvSpPr>
        <p:spPr>
          <a:xfrm>
            <a:off x="37109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0" name="object 330"/>
          <p:cNvSpPr/>
          <p:nvPr/>
        </p:nvSpPr>
        <p:spPr>
          <a:xfrm>
            <a:off x="3663314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1" name="object 331"/>
          <p:cNvSpPr/>
          <p:nvPr/>
        </p:nvSpPr>
        <p:spPr>
          <a:xfrm>
            <a:off x="361568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2" name="object 332"/>
          <p:cNvSpPr/>
          <p:nvPr/>
        </p:nvSpPr>
        <p:spPr>
          <a:xfrm>
            <a:off x="356806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50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50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3" name="object 333"/>
          <p:cNvSpPr/>
          <p:nvPr/>
        </p:nvSpPr>
        <p:spPr>
          <a:xfrm>
            <a:off x="35204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4" name="object 334"/>
          <p:cNvSpPr/>
          <p:nvPr/>
        </p:nvSpPr>
        <p:spPr>
          <a:xfrm>
            <a:off x="347281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5" name="object 335"/>
          <p:cNvSpPr/>
          <p:nvPr/>
        </p:nvSpPr>
        <p:spPr>
          <a:xfrm>
            <a:off x="3425189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6" name="object 336"/>
          <p:cNvSpPr/>
          <p:nvPr/>
        </p:nvSpPr>
        <p:spPr>
          <a:xfrm>
            <a:off x="3377564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7" name="object 337"/>
          <p:cNvSpPr/>
          <p:nvPr/>
        </p:nvSpPr>
        <p:spPr>
          <a:xfrm>
            <a:off x="33299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50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50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8" name="object 338"/>
          <p:cNvSpPr/>
          <p:nvPr/>
        </p:nvSpPr>
        <p:spPr>
          <a:xfrm>
            <a:off x="3282315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9" name="object 339"/>
          <p:cNvSpPr/>
          <p:nvPr/>
        </p:nvSpPr>
        <p:spPr>
          <a:xfrm>
            <a:off x="3234689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0" name="object 340"/>
          <p:cNvSpPr/>
          <p:nvPr/>
        </p:nvSpPr>
        <p:spPr>
          <a:xfrm>
            <a:off x="318706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1" name="object 341"/>
          <p:cNvSpPr/>
          <p:nvPr/>
        </p:nvSpPr>
        <p:spPr>
          <a:xfrm>
            <a:off x="31394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2" name="object 342"/>
          <p:cNvSpPr/>
          <p:nvPr/>
        </p:nvSpPr>
        <p:spPr>
          <a:xfrm>
            <a:off x="309181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3" name="object 343"/>
          <p:cNvSpPr/>
          <p:nvPr/>
        </p:nvSpPr>
        <p:spPr>
          <a:xfrm>
            <a:off x="304418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4" name="object 344"/>
          <p:cNvSpPr/>
          <p:nvPr/>
        </p:nvSpPr>
        <p:spPr>
          <a:xfrm>
            <a:off x="2996564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5" name="object 345"/>
          <p:cNvSpPr/>
          <p:nvPr/>
        </p:nvSpPr>
        <p:spPr>
          <a:xfrm>
            <a:off x="29489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6" name="object 346"/>
          <p:cNvSpPr/>
          <p:nvPr/>
        </p:nvSpPr>
        <p:spPr>
          <a:xfrm>
            <a:off x="290131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7" name="object 347"/>
          <p:cNvSpPr/>
          <p:nvPr/>
        </p:nvSpPr>
        <p:spPr>
          <a:xfrm>
            <a:off x="285368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30" y="14400"/>
                </a:lnTo>
                <a:lnTo>
                  <a:pt x="0" y="12155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8" name="object 348"/>
          <p:cNvSpPr/>
          <p:nvPr/>
        </p:nvSpPr>
        <p:spPr>
          <a:xfrm>
            <a:off x="280606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9" name="object 349"/>
          <p:cNvSpPr/>
          <p:nvPr/>
        </p:nvSpPr>
        <p:spPr>
          <a:xfrm>
            <a:off x="27584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0" name="object 350"/>
          <p:cNvSpPr/>
          <p:nvPr/>
        </p:nvSpPr>
        <p:spPr>
          <a:xfrm>
            <a:off x="271081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1" name="object 351"/>
          <p:cNvSpPr/>
          <p:nvPr/>
        </p:nvSpPr>
        <p:spPr>
          <a:xfrm>
            <a:off x="2663189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399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399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2" name="object 352"/>
          <p:cNvSpPr/>
          <p:nvPr/>
        </p:nvSpPr>
        <p:spPr>
          <a:xfrm>
            <a:off x="2615564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3" name="object 353"/>
          <p:cNvSpPr/>
          <p:nvPr/>
        </p:nvSpPr>
        <p:spPr>
          <a:xfrm>
            <a:off x="25679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4" name="object 354"/>
          <p:cNvSpPr/>
          <p:nvPr/>
        </p:nvSpPr>
        <p:spPr>
          <a:xfrm>
            <a:off x="252031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5" name="object 355"/>
          <p:cNvSpPr/>
          <p:nvPr/>
        </p:nvSpPr>
        <p:spPr>
          <a:xfrm>
            <a:off x="247268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6" name="object 356"/>
          <p:cNvSpPr/>
          <p:nvPr/>
        </p:nvSpPr>
        <p:spPr>
          <a:xfrm>
            <a:off x="242506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30" y="14400"/>
                </a:lnTo>
                <a:lnTo>
                  <a:pt x="0" y="12155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7" name="object 357"/>
          <p:cNvSpPr/>
          <p:nvPr/>
        </p:nvSpPr>
        <p:spPr>
          <a:xfrm>
            <a:off x="2377439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19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19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8" name="object 358"/>
          <p:cNvSpPr/>
          <p:nvPr/>
        </p:nvSpPr>
        <p:spPr>
          <a:xfrm>
            <a:off x="232981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9" name="object 359"/>
          <p:cNvSpPr/>
          <p:nvPr/>
        </p:nvSpPr>
        <p:spPr>
          <a:xfrm>
            <a:off x="2282189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0" name="object 360"/>
          <p:cNvSpPr/>
          <p:nvPr/>
        </p:nvSpPr>
        <p:spPr>
          <a:xfrm>
            <a:off x="223456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1" name="object 361"/>
          <p:cNvSpPr/>
          <p:nvPr/>
        </p:nvSpPr>
        <p:spPr>
          <a:xfrm>
            <a:off x="21869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2" name="object 362"/>
          <p:cNvSpPr/>
          <p:nvPr/>
        </p:nvSpPr>
        <p:spPr>
          <a:xfrm>
            <a:off x="213931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3" name="object 363"/>
          <p:cNvSpPr/>
          <p:nvPr/>
        </p:nvSpPr>
        <p:spPr>
          <a:xfrm>
            <a:off x="209168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4" name="object 364"/>
          <p:cNvSpPr/>
          <p:nvPr/>
        </p:nvSpPr>
        <p:spPr>
          <a:xfrm>
            <a:off x="204406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5" name="object 365"/>
          <p:cNvSpPr/>
          <p:nvPr/>
        </p:nvSpPr>
        <p:spPr>
          <a:xfrm>
            <a:off x="19964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6" name="object 366"/>
          <p:cNvSpPr/>
          <p:nvPr/>
        </p:nvSpPr>
        <p:spPr>
          <a:xfrm>
            <a:off x="1948814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7" name="object 367"/>
          <p:cNvSpPr/>
          <p:nvPr/>
        </p:nvSpPr>
        <p:spPr>
          <a:xfrm>
            <a:off x="190118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8" name="object 368"/>
          <p:cNvSpPr/>
          <p:nvPr/>
        </p:nvSpPr>
        <p:spPr>
          <a:xfrm>
            <a:off x="185356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9" name="object 369"/>
          <p:cNvSpPr/>
          <p:nvPr/>
        </p:nvSpPr>
        <p:spPr>
          <a:xfrm>
            <a:off x="18059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0" name="object 370"/>
          <p:cNvSpPr/>
          <p:nvPr/>
        </p:nvSpPr>
        <p:spPr>
          <a:xfrm>
            <a:off x="175831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1" name="object 371"/>
          <p:cNvSpPr/>
          <p:nvPr/>
        </p:nvSpPr>
        <p:spPr>
          <a:xfrm>
            <a:off x="171068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2" name="object 372"/>
          <p:cNvSpPr/>
          <p:nvPr/>
        </p:nvSpPr>
        <p:spPr>
          <a:xfrm>
            <a:off x="1663064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3" name="object 373"/>
          <p:cNvSpPr/>
          <p:nvPr/>
        </p:nvSpPr>
        <p:spPr>
          <a:xfrm>
            <a:off x="16154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4" name="object 374"/>
          <p:cNvSpPr/>
          <p:nvPr/>
        </p:nvSpPr>
        <p:spPr>
          <a:xfrm>
            <a:off x="156781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5" name="object 375"/>
          <p:cNvSpPr/>
          <p:nvPr/>
        </p:nvSpPr>
        <p:spPr>
          <a:xfrm>
            <a:off x="152018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6" name="object 376"/>
          <p:cNvSpPr/>
          <p:nvPr/>
        </p:nvSpPr>
        <p:spPr>
          <a:xfrm>
            <a:off x="147256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7" name="object 377"/>
          <p:cNvSpPr/>
          <p:nvPr/>
        </p:nvSpPr>
        <p:spPr>
          <a:xfrm>
            <a:off x="14249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8" name="object 378"/>
          <p:cNvSpPr/>
          <p:nvPr/>
        </p:nvSpPr>
        <p:spPr>
          <a:xfrm>
            <a:off x="137731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9" name="object 379"/>
          <p:cNvSpPr/>
          <p:nvPr/>
        </p:nvSpPr>
        <p:spPr>
          <a:xfrm>
            <a:off x="132968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0" name="object 380"/>
          <p:cNvSpPr/>
          <p:nvPr/>
        </p:nvSpPr>
        <p:spPr>
          <a:xfrm>
            <a:off x="1282064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1" name="object 381"/>
          <p:cNvSpPr/>
          <p:nvPr/>
        </p:nvSpPr>
        <p:spPr>
          <a:xfrm>
            <a:off x="12344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2" name="object 382"/>
          <p:cNvSpPr/>
          <p:nvPr/>
        </p:nvSpPr>
        <p:spPr>
          <a:xfrm>
            <a:off x="118681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3" name="object 383"/>
          <p:cNvSpPr/>
          <p:nvPr/>
        </p:nvSpPr>
        <p:spPr>
          <a:xfrm>
            <a:off x="1139189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4" name="object 384"/>
          <p:cNvSpPr/>
          <p:nvPr/>
        </p:nvSpPr>
        <p:spPr>
          <a:xfrm>
            <a:off x="109156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5" name="object 385"/>
          <p:cNvSpPr/>
          <p:nvPr/>
        </p:nvSpPr>
        <p:spPr>
          <a:xfrm>
            <a:off x="104393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6" name="object 386"/>
          <p:cNvSpPr/>
          <p:nvPr/>
        </p:nvSpPr>
        <p:spPr>
          <a:xfrm>
            <a:off x="996314" y="2867711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19049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7" name="object 387"/>
          <p:cNvSpPr/>
          <p:nvPr/>
        </p:nvSpPr>
        <p:spPr>
          <a:xfrm>
            <a:off x="948689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50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50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8" name="object 388"/>
          <p:cNvSpPr/>
          <p:nvPr/>
        </p:nvSpPr>
        <p:spPr>
          <a:xfrm>
            <a:off x="901064" y="2867711"/>
            <a:ext cx="19050" cy="19049"/>
          </a:xfrm>
          <a:custGeom>
            <a:avLst/>
            <a:gdLst/>
            <a:ahLst/>
            <a:cxnLst/>
            <a:rect b="b" l="l" r="r" t="t"/>
            <a:pathLst>
              <a:path h="19049" w="19050">
                <a:moveTo>
                  <a:pt x="19050" y="9524"/>
                </a:move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5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9" name="object 389"/>
          <p:cNvSpPr/>
          <p:nvPr/>
        </p:nvSpPr>
        <p:spPr>
          <a:xfrm>
            <a:off x="1117572" y="2695375"/>
            <a:ext cx="487997" cy="1398469"/>
          </a:xfrm>
          <a:custGeom>
            <a:avLst/>
            <a:gdLst/>
            <a:ahLst/>
            <a:cxnLst/>
            <a:rect b="b" l="l" r="r" t="t"/>
            <a:pathLst>
              <a:path h="1398469" w="487997">
                <a:moveTo>
                  <a:pt x="0" y="0"/>
                </a:moveTo>
                <a:lnTo>
                  <a:pt x="487997" y="0"/>
                </a:lnTo>
                <a:lnTo>
                  <a:pt x="487997" y="1398469"/>
                </a:lnTo>
                <a:lnTo>
                  <a:pt x="0" y="1398469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0" name="object 390"/>
          <p:cNvSpPr/>
          <p:nvPr/>
        </p:nvSpPr>
        <p:spPr>
          <a:xfrm>
            <a:off x="1754090" y="2793084"/>
            <a:ext cx="487997" cy="1300759"/>
          </a:xfrm>
          <a:custGeom>
            <a:avLst/>
            <a:gdLst/>
            <a:ahLst/>
            <a:cxnLst/>
            <a:rect b="b" l="l" r="r" t="t"/>
            <a:pathLst>
              <a:path h="1300759" w="487997">
                <a:moveTo>
                  <a:pt x="0" y="0"/>
                </a:moveTo>
                <a:lnTo>
                  <a:pt x="487997" y="0"/>
                </a:lnTo>
                <a:lnTo>
                  <a:pt x="487997" y="1300759"/>
                </a:lnTo>
                <a:lnTo>
                  <a:pt x="0" y="1300759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1" name="object 391"/>
          <p:cNvSpPr/>
          <p:nvPr/>
        </p:nvSpPr>
        <p:spPr>
          <a:xfrm>
            <a:off x="2390609" y="3435933"/>
            <a:ext cx="487997" cy="657911"/>
          </a:xfrm>
          <a:custGeom>
            <a:avLst/>
            <a:gdLst/>
            <a:ahLst/>
            <a:cxnLst/>
            <a:rect b="b" l="l" r="r" t="t"/>
            <a:pathLst>
              <a:path h="657911" w="487997">
                <a:moveTo>
                  <a:pt x="0" y="0"/>
                </a:moveTo>
                <a:lnTo>
                  <a:pt x="487997" y="0"/>
                </a:lnTo>
                <a:lnTo>
                  <a:pt x="487997" y="657911"/>
                </a:lnTo>
                <a:lnTo>
                  <a:pt x="0" y="657911"/>
                </a:lnTo>
                <a:lnTo>
                  <a:pt x="0" y="0"/>
                </a:lnTo>
                <a:close/>
              </a:path>
            </a:pathLst>
          </a:custGeom>
          <a:solidFill>
            <a:srgbClr val="C2593C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2" name="object 392"/>
          <p:cNvSpPr/>
          <p:nvPr/>
        </p:nvSpPr>
        <p:spPr>
          <a:xfrm>
            <a:off x="3027127" y="4072674"/>
            <a:ext cx="487997" cy="0"/>
          </a:xfrm>
          <a:custGeom>
            <a:avLst/>
            <a:gdLst/>
            <a:ahLst/>
            <a:cxnLst/>
            <a:rect b="b" l="l" r="r" t="t"/>
            <a:pathLst>
              <a:path h="0" w="487997">
                <a:moveTo>
                  <a:pt x="0" y="0"/>
                </a:moveTo>
                <a:lnTo>
                  <a:pt x="487997" y="0"/>
                </a:lnTo>
              </a:path>
            </a:pathLst>
          </a:custGeom>
          <a:ln w="43610">
            <a:solidFill>
              <a:srgbClr val="FFA5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3" name="object 393"/>
          <p:cNvSpPr/>
          <p:nvPr/>
        </p:nvSpPr>
        <p:spPr>
          <a:xfrm>
            <a:off x="314324" y="5095874"/>
            <a:ext cx="4352924" cy="1952624"/>
          </a:xfrm>
          <a:custGeom>
            <a:avLst/>
            <a:gdLst/>
            <a:ahLst/>
            <a:cxnLst/>
            <a:rect b="b" l="l" r="r" t="t"/>
            <a:pathLst>
              <a:path h="1952624" w="4352924">
                <a:moveTo>
                  <a:pt x="0" y="0"/>
                </a:moveTo>
                <a:lnTo>
                  <a:pt x="4352924" y="0"/>
                </a:lnTo>
                <a:lnTo>
                  <a:pt x="4352924" y="1952624"/>
                </a:lnTo>
                <a:lnTo>
                  <a:pt x="0" y="19526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4" name="object 394"/>
          <p:cNvSpPr/>
          <p:nvPr/>
        </p:nvSpPr>
        <p:spPr>
          <a:xfrm>
            <a:off x="319087" y="5100637"/>
            <a:ext cx="4343399" cy="1943099"/>
          </a:xfrm>
          <a:custGeom>
            <a:avLst/>
            <a:gdLst/>
            <a:ahLst/>
            <a:cxnLst/>
            <a:rect b="b" l="l" r="r" t="t"/>
            <a:pathLst>
              <a:path h="1943099" w="4343399">
                <a:moveTo>
                  <a:pt x="0" y="0"/>
                </a:moveTo>
                <a:lnTo>
                  <a:pt x="4343399" y="0"/>
                </a:lnTo>
                <a:lnTo>
                  <a:pt x="4343399" y="1943099"/>
                </a:lnTo>
                <a:lnTo>
                  <a:pt x="0" y="19430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5" name="object 395"/>
          <p:cNvSpPr/>
          <p:nvPr/>
        </p:nvSpPr>
        <p:spPr>
          <a:xfrm>
            <a:off x="380999" y="5333999"/>
            <a:ext cx="1219199" cy="285749"/>
          </a:xfrm>
          <a:custGeom>
            <a:avLst/>
            <a:gdLst/>
            <a:ahLst/>
            <a:cxnLst/>
            <a:rect b="b" l="l" r="r" t="t"/>
            <a:pathLst>
              <a:path h="285749" w="1219199">
                <a:moveTo>
                  <a:pt x="1219199" y="0"/>
                </a:moveTo>
                <a:lnTo>
                  <a:pt x="1219199" y="285749"/>
                </a:lnTo>
                <a:lnTo>
                  <a:pt x="0" y="285749"/>
                </a:lnTo>
                <a:lnTo>
                  <a:pt x="0" y="0"/>
                </a:lnTo>
                <a:lnTo>
                  <a:pt x="12191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6" name="object 396"/>
          <p:cNvSpPr/>
          <p:nvPr/>
        </p:nvSpPr>
        <p:spPr>
          <a:xfrm>
            <a:off x="1595437" y="533399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7" name="object 397"/>
          <p:cNvSpPr/>
          <p:nvPr/>
        </p:nvSpPr>
        <p:spPr>
          <a:xfrm>
            <a:off x="380999" y="5614987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8" name="object 398"/>
          <p:cNvSpPr/>
          <p:nvPr/>
        </p:nvSpPr>
        <p:spPr>
          <a:xfrm>
            <a:off x="1600199" y="5333999"/>
            <a:ext cx="1000124" cy="285749"/>
          </a:xfrm>
          <a:custGeom>
            <a:avLst/>
            <a:gdLst/>
            <a:ahLst/>
            <a:cxnLst/>
            <a:rect b="b" l="l" r="r" t="t"/>
            <a:pathLst>
              <a:path h="285749" w="1000124">
                <a:moveTo>
                  <a:pt x="1000124" y="0"/>
                </a:moveTo>
                <a:lnTo>
                  <a:pt x="1000124" y="285749"/>
                </a:lnTo>
                <a:lnTo>
                  <a:pt x="0" y="285749"/>
                </a:lnTo>
                <a:lnTo>
                  <a:pt x="0" y="0"/>
                </a:lnTo>
                <a:lnTo>
                  <a:pt x="100012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9" name="object 399"/>
          <p:cNvSpPr/>
          <p:nvPr/>
        </p:nvSpPr>
        <p:spPr>
          <a:xfrm>
            <a:off x="2595562" y="533399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0" name="object 400"/>
          <p:cNvSpPr/>
          <p:nvPr/>
        </p:nvSpPr>
        <p:spPr>
          <a:xfrm>
            <a:off x="1600199" y="5614987"/>
            <a:ext cx="1000124" cy="0"/>
          </a:xfrm>
          <a:custGeom>
            <a:avLst/>
            <a:gdLst/>
            <a:ahLst/>
            <a:cxnLst/>
            <a:rect b="b" l="l" r="r" t="t"/>
            <a:pathLst>
              <a:path h="0" w="1000124">
                <a:moveTo>
                  <a:pt x="0" y="0"/>
                </a:moveTo>
                <a:lnTo>
                  <a:pt x="100012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1" name="object 401"/>
          <p:cNvSpPr/>
          <p:nvPr/>
        </p:nvSpPr>
        <p:spPr>
          <a:xfrm>
            <a:off x="2600324" y="5333999"/>
            <a:ext cx="1504949" cy="285749"/>
          </a:xfrm>
          <a:custGeom>
            <a:avLst/>
            <a:gdLst/>
            <a:ahLst/>
            <a:cxnLst/>
            <a:rect b="b" l="l" r="r" t="t"/>
            <a:pathLst>
              <a:path h="285749" w="1504949">
                <a:moveTo>
                  <a:pt x="1504949" y="0"/>
                </a:moveTo>
                <a:lnTo>
                  <a:pt x="1504949" y="285749"/>
                </a:lnTo>
                <a:lnTo>
                  <a:pt x="0" y="285749"/>
                </a:lnTo>
                <a:lnTo>
                  <a:pt x="0" y="0"/>
                </a:lnTo>
                <a:lnTo>
                  <a:pt x="15049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2" name="object 402"/>
          <p:cNvSpPr/>
          <p:nvPr/>
        </p:nvSpPr>
        <p:spPr>
          <a:xfrm>
            <a:off x="2600324" y="5614987"/>
            <a:ext cx="1504949" cy="0"/>
          </a:xfrm>
          <a:custGeom>
            <a:avLst/>
            <a:gdLst/>
            <a:ahLst/>
            <a:cxnLst/>
            <a:rect b="b" l="l" r="r" t="t"/>
            <a:pathLst>
              <a:path h="0" w="1504949">
                <a:moveTo>
                  <a:pt x="0" y="0"/>
                </a:moveTo>
                <a:lnTo>
                  <a:pt x="15049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3" name="object 403"/>
          <p:cNvSpPr/>
          <p:nvPr/>
        </p:nvSpPr>
        <p:spPr>
          <a:xfrm>
            <a:off x="380999" y="5619749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1219199" y="0"/>
                </a:move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lnTo>
                  <a:pt x="12191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4" name="object 404"/>
          <p:cNvSpPr/>
          <p:nvPr/>
        </p:nvSpPr>
        <p:spPr>
          <a:xfrm>
            <a:off x="380999" y="5815012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5" name="object 405"/>
          <p:cNvSpPr/>
          <p:nvPr/>
        </p:nvSpPr>
        <p:spPr>
          <a:xfrm>
            <a:off x="1595437" y="56197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6" name="object 406"/>
          <p:cNvSpPr/>
          <p:nvPr/>
        </p:nvSpPr>
        <p:spPr>
          <a:xfrm>
            <a:off x="1600199" y="5619749"/>
            <a:ext cx="1000124" cy="200024"/>
          </a:xfrm>
          <a:custGeom>
            <a:avLst/>
            <a:gdLst/>
            <a:ahLst/>
            <a:cxnLst/>
            <a:rect b="b" l="l" r="r" t="t"/>
            <a:pathLst>
              <a:path h="200024" w="1000124">
                <a:moveTo>
                  <a:pt x="1000124" y="0"/>
                </a:moveTo>
                <a:lnTo>
                  <a:pt x="1000124" y="200024"/>
                </a:lnTo>
                <a:lnTo>
                  <a:pt x="0" y="200024"/>
                </a:lnTo>
                <a:lnTo>
                  <a:pt x="0" y="0"/>
                </a:lnTo>
                <a:lnTo>
                  <a:pt x="100012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7" name="object 407"/>
          <p:cNvSpPr/>
          <p:nvPr/>
        </p:nvSpPr>
        <p:spPr>
          <a:xfrm>
            <a:off x="1600199" y="5815012"/>
            <a:ext cx="1000124" cy="0"/>
          </a:xfrm>
          <a:custGeom>
            <a:avLst/>
            <a:gdLst/>
            <a:ahLst/>
            <a:cxnLst/>
            <a:rect b="b" l="l" r="r" t="t"/>
            <a:pathLst>
              <a:path h="0" w="1000124">
                <a:moveTo>
                  <a:pt x="0" y="0"/>
                </a:moveTo>
                <a:lnTo>
                  <a:pt x="10001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8" name="object 408"/>
          <p:cNvSpPr/>
          <p:nvPr/>
        </p:nvSpPr>
        <p:spPr>
          <a:xfrm>
            <a:off x="2595562" y="56197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9" name="object 409"/>
          <p:cNvSpPr/>
          <p:nvPr/>
        </p:nvSpPr>
        <p:spPr>
          <a:xfrm>
            <a:off x="2600324" y="5619749"/>
            <a:ext cx="1504949" cy="200024"/>
          </a:xfrm>
          <a:custGeom>
            <a:avLst/>
            <a:gdLst/>
            <a:ahLst/>
            <a:cxnLst/>
            <a:rect b="b" l="l" r="r" t="t"/>
            <a:pathLst>
              <a:path h="200024" w="1504949">
                <a:moveTo>
                  <a:pt x="1504949" y="0"/>
                </a:moveTo>
                <a:lnTo>
                  <a:pt x="1504949" y="200024"/>
                </a:lnTo>
                <a:lnTo>
                  <a:pt x="0" y="200024"/>
                </a:lnTo>
                <a:lnTo>
                  <a:pt x="0" y="0"/>
                </a:lnTo>
                <a:lnTo>
                  <a:pt x="15049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0" name="object 410"/>
          <p:cNvSpPr/>
          <p:nvPr/>
        </p:nvSpPr>
        <p:spPr>
          <a:xfrm>
            <a:off x="2600324" y="5815012"/>
            <a:ext cx="1504949" cy="0"/>
          </a:xfrm>
          <a:custGeom>
            <a:avLst/>
            <a:gdLst/>
            <a:ahLst/>
            <a:cxnLst/>
            <a:rect b="b" l="l" r="r" t="t"/>
            <a:pathLst>
              <a:path h="0" w="1504949">
                <a:moveTo>
                  <a:pt x="0" y="0"/>
                </a:moveTo>
                <a:lnTo>
                  <a:pt x="15049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1" name="object 411"/>
          <p:cNvSpPr/>
          <p:nvPr/>
        </p:nvSpPr>
        <p:spPr>
          <a:xfrm>
            <a:off x="380999" y="5819774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2" name="object 412"/>
          <p:cNvSpPr/>
          <p:nvPr/>
        </p:nvSpPr>
        <p:spPr>
          <a:xfrm>
            <a:off x="380999" y="6015037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3" name="object 413"/>
          <p:cNvSpPr/>
          <p:nvPr/>
        </p:nvSpPr>
        <p:spPr>
          <a:xfrm>
            <a:off x="1595437" y="58197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4" name="object 414"/>
          <p:cNvSpPr/>
          <p:nvPr/>
        </p:nvSpPr>
        <p:spPr>
          <a:xfrm>
            <a:off x="1600199" y="5819774"/>
            <a:ext cx="1000124" cy="200024"/>
          </a:xfrm>
          <a:custGeom>
            <a:avLst/>
            <a:gdLst/>
            <a:ahLst/>
            <a:cxnLst/>
            <a:rect b="b" l="l" r="r" t="t"/>
            <a:pathLst>
              <a:path h="200024" w="1000124">
                <a:moveTo>
                  <a:pt x="0" y="0"/>
                </a:moveTo>
                <a:lnTo>
                  <a:pt x="1000124" y="0"/>
                </a:lnTo>
                <a:lnTo>
                  <a:pt x="10001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5" name="object 415"/>
          <p:cNvSpPr/>
          <p:nvPr/>
        </p:nvSpPr>
        <p:spPr>
          <a:xfrm>
            <a:off x="1600199" y="6015037"/>
            <a:ext cx="1000124" cy="0"/>
          </a:xfrm>
          <a:custGeom>
            <a:avLst/>
            <a:gdLst/>
            <a:ahLst/>
            <a:cxnLst/>
            <a:rect b="b" l="l" r="r" t="t"/>
            <a:pathLst>
              <a:path h="0" w="1000124">
                <a:moveTo>
                  <a:pt x="0" y="0"/>
                </a:moveTo>
                <a:lnTo>
                  <a:pt x="10001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6" name="object 416"/>
          <p:cNvSpPr/>
          <p:nvPr/>
        </p:nvSpPr>
        <p:spPr>
          <a:xfrm>
            <a:off x="2595562" y="58197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7" name="object 417"/>
          <p:cNvSpPr/>
          <p:nvPr/>
        </p:nvSpPr>
        <p:spPr>
          <a:xfrm>
            <a:off x="2600324" y="5819774"/>
            <a:ext cx="1504949" cy="200024"/>
          </a:xfrm>
          <a:custGeom>
            <a:avLst/>
            <a:gdLst/>
            <a:ahLst/>
            <a:cxnLst/>
            <a:rect b="b" l="l" r="r" t="t"/>
            <a:pathLst>
              <a:path h="200024" w="1504949">
                <a:moveTo>
                  <a:pt x="0" y="0"/>
                </a:moveTo>
                <a:lnTo>
                  <a:pt x="1504949" y="0"/>
                </a:lnTo>
                <a:lnTo>
                  <a:pt x="15049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8" name="object 418"/>
          <p:cNvSpPr/>
          <p:nvPr/>
        </p:nvSpPr>
        <p:spPr>
          <a:xfrm>
            <a:off x="2600324" y="6015037"/>
            <a:ext cx="1504949" cy="0"/>
          </a:xfrm>
          <a:custGeom>
            <a:avLst/>
            <a:gdLst/>
            <a:ahLst/>
            <a:cxnLst/>
            <a:rect b="b" l="l" r="r" t="t"/>
            <a:pathLst>
              <a:path h="0" w="1504949">
                <a:moveTo>
                  <a:pt x="0" y="0"/>
                </a:moveTo>
                <a:lnTo>
                  <a:pt x="15049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9" name="object 419"/>
          <p:cNvSpPr/>
          <p:nvPr/>
        </p:nvSpPr>
        <p:spPr>
          <a:xfrm>
            <a:off x="380999" y="6019799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0" name="object 420"/>
          <p:cNvSpPr/>
          <p:nvPr/>
        </p:nvSpPr>
        <p:spPr>
          <a:xfrm>
            <a:off x="380999" y="6215062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1" name="object 421"/>
          <p:cNvSpPr/>
          <p:nvPr/>
        </p:nvSpPr>
        <p:spPr>
          <a:xfrm>
            <a:off x="1595437" y="60197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2" name="object 422"/>
          <p:cNvSpPr/>
          <p:nvPr/>
        </p:nvSpPr>
        <p:spPr>
          <a:xfrm>
            <a:off x="1600199" y="6019799"/>
            <a:ext cx="1000124" cy="200024"/>
          </a:xfrm>
          <a:custGeom>
            <a:avLst/>
            <a:gdLst/>
            <a:ahLst/>
            <a:cxnLst/>
            <a:rect b="b" l="l" r="r" t="t"/>
            <a:pathLst>
              <a:path h="200024" w="1000124">
                <a:moveTo>
                  <a:pt x="0" y="0"/>
                </a:moveTo>
                <a:lnTo>
                  <a:pt x="1000124" y="0"/>
                </a:lnTo>
                <a:lnTo>
                  <a:pt x="10001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3" name="object 423"/>
          <p:cNvSpPr/>
          <p:nvPr/>
        </p:nvSpPr>
        <p:spPr>
          <a:xfrm>
            <a:off x="1600199" y="6215062"/>
            <a:ext cx="1000124" cy="0"/>
          </a:xfrm>
          <a:custGeom>
            <a:avLst/>
            <a:gdLst/>
            <a:ahLst/>
            <a:cxnLst/>
            <a:rect b="b" l="l" r="r" t="t"/>
            <a:pathLst>
              <a:path h="0" w="1000124">
                <a:moveTo>
                  <a:pt x="0" y="0"/>
                </a:moveTo>
                <a:lnTo>
                  <a:pt x="10001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4" name="object 424"/>
          <p:cNvSpPr/>
          <p:nvPr/>
        </p:nvSpPr>
        <p:spPr>
          <a:xfrm>
            <a:off x="2595562" y="60197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5" name="object 425"/>
          <p:cNvSpPr/>
          <p:nvPr/>
        </p:nvSpPr>
        <p:spPr>
          <a:xfrm>
            <a:off x="2600324" y="6019799"/>
            <a:ext cx="1504949" cy="200024"/>
          </a:xfrm>
          <a:custGeom>
            <a:avLst/>
            <a:gdLst/>
            <a:ahLst/>
            <a:cxnLst/>
            <a:rect b="b" l="l" r="r" t="t"/>
            <a:pathLst>
              <a:path h="200024" w="1504949">
                <a:moveTo>
                  <a:pt x="0" y="0"/>
                </a:moveTo>
                <a:lnTo>
                  <a:pt x="1504949" y="0"/>
                </a:lnTo>
                <a:lnTo>
                  <a:pt x="15049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6" name="object 426"/>
          <p:cNvSpPr/>
          <p:nvPr/>
        </p:nvSpPr>
        <p:spPr>
          <a:xfrm>
            <a:off x="2600324" y="6215062"/>
            <a:ext cx="1504949" cy="0"/>
          </a:xfrm>
          <a:custGeom>
            <a:avLst/>
            <a:gdLst/>
            <a:ahLst/>
            <a:cxnLst/>
            <a:rect b="b" l="l" r="r" t="t"/>
            <a:pathLst>
              <a:path h="0" w="1504949">
                <a:moveTo>
                  <a:pt x="0" y="0"/>
                </a:moveTo>
                <a:lnTo>
                  <a:pt x="15049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7" name="object 427"/>
          <p:cNvSpPr/>
          <p:nvPr/>
        </p:nvSpPr>
        <p:spPr>
          <a:xfrm>
            <a:off x="380999" y="6219824"/>
            <a:ext cx="1219199" cy="190499"/>
          </a:xfrm>
          <a:custGeom>
            <a:avLst/>
            <a:gdLst/>
            <a:ahLst/>
            <a:cxnLst/>
            <a:rect b="b" l="l" r="r" t="t"/>
            <a:pathLst>
              <a:path h="190499" w="1219199">
                <a:moveTo>
                  <a:pt x="0" y="0"/>
                </a:moveTo>
                <a:lnTo>
                  <a:pt x="1219199" y="0"/>
                </a:lnTo>
                <a:lnTo>
                  <a:pt x="12191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8" name="object 428"/>
          <p:cNvSpPr/>
          <p:nvPr/>
        </p:nvSpPr>
        <p:spPr>
          <a:xfrm>
            <a:off x="1595437" y="6219824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9" name="object 429"/>
          <p:cNvSpPr/>
          <p:nvPr/>
        </p:nvSpPr>
        <p:spPr>
          <a:xfrm>
            <a:off x="1600199" y="6219824"/>
            <a:ext cx="1000124" cy="190499"/>
          </a:xfrm>
          <a:custGeom>
            <a:avLst/>
            <a:gdLst/>
            <a:ahLst/>
            <a:cxnLst/>
            <a:rect b="b" l="l" r="r" t="t"/>
            <a:pathLst>
              <a:path h="190499" w="1000124">
                <a:moveTo>
                  <a:pt x="0" y="0"/>
                </a:moveTo>
                <a:lnTo>
                  <a:pt x="1000124" y="0"/>
                </a:lnTo>
                <a:lnTo>
                  <a:pt x="1000124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0" name="object 430"/>
          <p:cNvSpPr/>
          <p:nvPr/>
        </p:nvSpPr>
        <p:spPr>
          <a:xfrm>
            <a:off x="2595562" y="6219824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1" name="object 431"/>
          <p:cNvSpPr/>
          <p:nvPr/>
        </p:nvSpPr>
        <p:spPr>
          <a:xfrm>
            <a:off x="2600324" y="6219824"/>
            <a:ext cx="1504949" cy="190499"/>
          </a:xfrm>
          <a:custGeom>
            <a:avLst/>
            <a:gdLst/>
            <a:ahLst/>
            <a:cxnLst/>
            <a:rect b="b" l="l" r="r" t="t"/>
            <a:pathLst>
              <a:path h="190499" w="1504949">
                <a:moveTo>
                  <a:pt x="0" y="0"/>
                </a:moveTo>
                <a:lnTo>
                  <a:pt x="1504949" y="0"/>
                </a:lnTo>
                <a:lnTo>
                  <a:pt x="150494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2" name="object 432"/>
          <p:cNvSpPr/>
          <p:nvPr/>
        </p:nvSpPr>
        <p:spPr>
          <a:xfrm>
            <a:off x="1595437" y="64103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3" name="object 433"/>
          <p:cNvSpPr/>
          <p:nvPr/>
        </p:nvSpPr>
        <p:spPr>
          <a:xfrm>
            <a:off x="380999" y="6415087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4" name="object 434"/>
          <p:cNvSpPr/>
          <p:nvPr/>
        </p:nvSpPr>
        <p:spPr>
          <a:xfrm>
            <a:off x="2595562" y="64103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5" name="object 435"/>
          <p:cNvSpPr/>
          <p:nvPr/>
        </p:nvSpPr>
        <p:spPr>
          <a:xfrm>
            <a:off x="1600199" y="6415087"/>
            <a:ext cx="1000124" cy="0"/>
          </a:xfrm>
          <a:custGeom>
            <a:avLst/>
            <a:gdLst/>
            <a:ahLst/>
            <a:cxnLst/>
            <a:rect b="b" l="l" r="r" t="t"/>
            <a:pathLst>
              <a:path h="0" w="1000124">
                <a:moveTo>
                  <a:pt x="0" y="0"/>
                </a:moveTo>
                <a:lnTo>
                  <a:pt x="100012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6" name="object 436"/>
          <p:cNvSpPr/>
          <p:nvPr/>
        </p:nvSpPr>
        <p:spPr>
          <a:xfrm>
            <a:off x="2600324" y="6415087"/>
            <a:ext cx="1504949" cy="0"/>
          </a:xfrm>
          <a:custGeom>
            <a:avLst/>
            <a:gdLst/>
            <a:ahLst/>
            <a:cxnLst/>
            <a:rect b="b" l="l" r="r" t="t"/>
            <a:pathLst>
              <a:path h="0" w="1504949">
                <a:moveTo>
                  <a:pt x="0" y="0"/>
                </a:moveTo>
                <a:lnTo>
                  <a:pt x="15049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7" name="object 437"/>
          <p:cNvSpPr/>
          <p:nvPr/>
        </p:nvSpPr>
        <p:spPr>
          <a:xfrm>
            <a:off x="4752974" y="5095874"/>
            <a:ext cx="7591424" cy="1952624"/>
          </a:xfrm>
          <a:custGeom>
            <a:avLst/>
            <a:gdLst/>
            <a:ahLst/>
            <a:cxnLst/>
            <a:rect b="b" l="l" r="r" t="t"/>
            <a:pathLst>
              <a:path h="1952624" w="7591424">
                <a:moveTo>
                  <a:pt x="0" y="0"/>
                </a:moveTo>
                <a:lnTo>
                  <a:pt x="7591424" y="0"/>
                </a:lnTo>
                <a:lnTo>
                  <a:pt x="7591424" y="1952624"/>
                </a:lnTo>
                <a:lnTo>
                  <a:pt x="0" y="19526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8" name="object 438"/>
          <p:cNvSpPr/>
          <p:nvPr/>
        </p:nvSpPr>
        <p:spPr>
          <a:xfrm>
            <a:off x="4757737" y="5100637"/>
            <a:ext cx="7581899" cy="1943099"/>
          </a:xfrm>
          <a:custGeom>
            <a:avLst/>
            <a:gdLst/>
            <a:ahLst/>
            <a:cxnLst/>
            <a:rect b="b" l="l" r="r" t="t"/>
            <a:pathLst>
              <a:path h="1943099" w="7581899">
                <a:moveTo>
                  <a:pt x="0" y="0"/>
                </a:moveTo>
                <a:lnTo>
                  <a:pt x="7581899" y="0"/>
                </a:lnTo>
                <a:lnTo>
                  <a:pt x="7581899" y="1943099"/>
                </a:lnTo>
                <a:lnTo>
                  <a:pt x="0" y="19430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9" name="object 439"/>
          <p:cNvSpPr/>
          <p:nvPr/>
        </p:nvSpPr>
        <p:spPr>
          <a:xfrm>
            <a:off x="4819649" y="5333999"/>
            <a:ext cx="895349" cy="285749"/>
          </a:xfrm>
          <a:custGeom>
            <a:avLst/>
            <a:gdLst/>
            <a:ahLst/>
            <a:cxnLst/>
            <a:rect b="b" l="l" r="r" t="t"/>
            <a:pathLst>
              <a:path h="285749" w="895349">
                <a:moveTo>
                  <a:pt x="895349" y="0"/>
                </a:moveTo>
                <a:lnTo>
                  <a:pt x="895349" y="285749"/>
                </a:lnTo>
                <a:lnTo>
                  <a:pt x="0" y="285749"/>
                </a:lnTo>
                <a:lnTo>
                  <a:pt x="0" y="0"/>
                </a:lnTo>
                <a:lnTo>
                  <a:pt x="8953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0" name="object 440"/>
          <p:cNvSpPr/>
          <p:nvPr/>
        </p:nvSpPr>
        <p:spPr>
          <a:xfrm>
            <a:off x="5710237" y="533399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1" name="object 441"/>
          <p:cNvSpPr/>
          <p:nvPr/>
        </p:nvSpPr>
        <p:spPr>
          <a:xfrm>
            <a:off x="4819649" y="5614987"/>
            <a:ext cx="895349" cy="0"/>
          </a:xfrm>
          <a:custGeom>
            <a:avLst/>
            <a:gdLst/>
            <a:ahLst/>
            <a:cxnLst/>
            <a:rect b="b" l="l" r="r" t="t"/>
            <a:pathLst>
              <a:path h="0" w="895349">
                <a:moveTo>
                  <a:pt x="0" y="0"/>
                </a:moveTo>
                <a:lnTo>
                  <a:pt x="8953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2" name="object 442"/>
          <p:cNvSpPr/>
          <p:nvPr/>
        </p:nvSpPr>
        <p:spPr>
          <a:xfrm>
            <a:off x="5714999" y="5333999"/>
            <a:ext cx="1000124" cy="285749"/>
          </a:xfrm>
          <a:custGeom>
            <a:avLst/>
            <a:gdLst/>
            <a:ahLst/>
            <a:cxnLst/>
            <a:rect b="b" l="l" r="r" t="t"/>
            <a:pathLst>
              <a:path h="285749" w="1000124">
                <a:moveTo>
                  <a:pt x="1000124" y="0"/>
                </a:moveTo>
                <a:lnTo>
                  <a:pt x="1000124" y="285749"/>
                </a:lnTo>
                <a:lnTo>
                  <a:pt x="0" y="285749"/>
                </a:lnTo>
                <a:lnTo>
                  <a:pt x="0" y="0"/>
                </a:lnTo>
                <a:lnTo>
                  <a:pt x="100012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3" name="object 443"/>
          <p:cNvSpPr/>
          <p:nvPr/>
        </p:nvSpPr>
        <p:spPr>
          <a:xfrm>
            <a:off x="6710362" y="533399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4" name="object 444"/>
          <p:cNvSpPr/>
          <p:nvPr/>
        </p:nvSpPr>
        <p:spPr>
          <a:xfrm>
            <a:off x="5714999" y="5614987"/>
            <a:ext cx="1000124" cy="0"/>
          </a:xfrm>
          <a:custGeom>
            <a:avLst/>
            <a:gdLst/>
            <a:ahLst/>
            <a:cxnLst/>
            <a:rect b="b" l="l" r="r" t="t"/>
            <a:pathLst>
              <a:path h="0" w="1000124">
                <a:moveTo>
                  <a:pt x="0" y="0"/>
                </a:moveTo>
                <a:lnTo>
                  <a:pt x="100012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5" name="object 445"/>
          <p:cNvSpPr/>
          <p:nvPr/>
        </p:nvSpPr>
        <p:spPr>
          <a:xfrm>
            <a:off x="6715124" y="5333999"/>
            <a:ext cx="1466849" cy="285749"/>
          </a:xfrm>
          <a:custGeom>
            <a:avLst/>
            <a:gdLst/>
            <a:ahLst/>
            <a:cxnLst/>
            <a:rect b="b" l="l" r="r" t="t"/>
            <a:pathLst>
              <a:path h="285749" w="1466849">
                <a:moveTo>
                  <a:pt x="1466849" y="0"/>
                </a:moveTo>
                <a:lnTo>
                  <a:pt x="1466849" y="285749"/>
                </a:lnTo>
                <a:lnTo>
                  <a:pt x="0" y="285749"/>
                </a:lnTo>
                <a:lnTo>
                  <a:pt x="0" y="0"/>
                </a:lnTo>
                <a:lnTo>
                  <a:pt x="14668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6" name="object 446"/>
          <p:cNvSpPr/>
          <p:nvPr/>
        </p:nvSpPr>
        <p:spPr>
          <a:xfrm>
            <a:off x="8177212" y="533399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7" name="object 447"/>
          <p:cNvSpPr/>
          <p:nvPr/>
        </p:nvSpPr>
        <p:spPr>
          <a:xfrm>
            <a:off x="6715124" y="5614987"/>
            <a:ext cx="1466849" cy="0"/>
          </a:xfrm>
          <a:custGeom>
            <a:avLst/>
            <a:gdLst/>
            <a:ahLst/>
            <a:cxnLst/>
            <a:rect b="b" l="l" r="r" t="t"/>
            <a:pathLst>
              <a:path h="0" w="1466849">
                <a:moveTo>
                  <a:pt x="0" y="0"/>
                </a:moveTo>
                <a:lnTo>
                  <a:pt x="14668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8" name="object 448"/>
          <p:cNvSpPr/>
          <p:nvPr/>
        </p:nvSpPr>
        <p:spPr>
          <a:xfrm>
            <a:off x="8181974" y="5333999"/>
            <a:ext cx="561974" cy="285749"/>
          </a:xfrm>
          <a:custGeom>
            <a:avLst/>
            <a:gdLst/>
            <a:ahLst/>
            <a:cxnLst/>
            <a:rect b="b" l="l" r="r" t="t"/>
            <a:pathLst>
              <a:path h="285749" w="561974">
                <a:moveTo>
                  <a:pt x="561974" y="0"/>
                </a:moveTo>
                <a:lnTo>
                  <a:pt x="561974" y="285749"/>
                </a:lnTo>
                <a:lnTo>
                  <a:pt x="0" y="285749"/>
                </a:lnTo>
                <a:lnTo>
                  <a:pt x="0" y="0"/>
                </a:lnTo>
                <a:lnTo>
                  <a:pt x="56197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9" name="object 449"/>
          <p:cNvSpPr/>
          <p:nvPr/>
        </p:nvSpPr>
        <p:spPr>
          <a:xfrm>
            <a:off x="8739187" y="533399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0" name="object 450"/>
          <p:cNvSpPr/>
          <p:nvPr/>
        </p:nvSpPr>
        <p:spPr>
          <a:xfrm>
            <a:off x="8181974" y="5614987"/>
            <a:ext cx="561974" cy="0"/>
          </a:xfrm>
          <a:custGeom>
            <a:avLst/>
            <a:gdLst/>
            <a:ahLst/>
            <a:cxnLst/>
            <a:rect b="b" l="l" r="r" t="t"/>
            <a:pathLst>
              <a:path h="0" w="561974">
                <a:moveTo>
                  <a:pt x="0" y="0"/>
                </a:moveTo>
                <a:lnTo>
                  <a:pt x="56197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1" name="object 451"/>
          <p:cNvSpPr/>
          <p:nvPr/>
        </p:nvSpPr>
        <p:spPr>
          <a:xfrm>
            <a:off x="8743949" y="5333999"/>
            <a:ext cx="971549" cy="285749"/>
          </a:xfrm>
          <a:custGeom>
            <a:avLst/>
            <a:gdLst/>
            <a:ahLst/>
            <a:cxnLst/>
            <a:rect b="b" l="l" r="r" t="t"/>
            <a:pathLst>
              <a:path h="285749" w="971549">
                <a:moveTo>
                  <a:pt x="971549" y="0"/>
                </a:moveTo>
                <a:lnTo>
                  <a:pt x="971549" y="285749"/>
                </a:lnTo>
                <a:lnTo>
                  <a:pt x="0" y="285749"/>
                </a:lnTo>
                <a:lnTo>
                  <a:pt x="0" y="0"/>
                </a:lnTo>
                <a:lnTo>
                  <a:pt x="9715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2" name="object 452"/>
          <p:cNvSpPr/>
          <p:nvPr/>
        </p:nvSpPr>
        <p:spPr>
          <a:xfrm>
            <a:off x="9710737" y="533399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3" name="object 453"/>
          <p:cNvSpPr/>
          <p:nvPr/>
        </p:nvSpPr>
        <p:spPr>
          <a:xfrm>
            <a:off x="8743949" y="5614987"/>
            <a:ext cx="971549" cy="0"/>
          </a:xfrm>
          <a:custGeom>
            <a:avLst/>
            <a:gdLst/>
            <a:ahLst/>
            <a:cxnLst/>
            <a:rect b="b" l="l" r="r" t="t"/>
            <a:pathLst>
              <a:path h="0" w="971549">
                <a:moveTo>
                  <a:pt x="0" y="0"/>
                </a:moveTo>
                <a:lnTo>
                  <a:pt x="9715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4" name="object 454"/>
          <p:cNvSpPr/>
          <p:nvPr/>
        </p:nvSpPr>
        <p:spPr>
          <a:xfrm>
            <a:off x="9715499" y="5333999"/>
            <a:ext cx="1190624" cy="285749"/>
          </a:xfrm>
          <a:custGeom>
            <a:avLst/>
            <a:gdLst/>
            <a:ahLst/>
            <a:cxnLst/>
            <a:rect b="b" l="l" r="r" t="t"/>
            <a:pathLst>
              <a:path h="285749" w="1190624">
                <a:moveTo>
                  <a:pt x="1190624" y="0"/>
                </a:moveTo>
                <a:lnTo>
                  <a:pt x="1190624" y="285749"/>
                </a:lnTo>
                <a:lnTo>
                  <a:pt x="0" y="285749"/>
                </a:lnTo>
                <a:lnTo>
                  <a:pt x="0" y="0"/>
                </a:lnTo>
                <a:lnTo>
                  <a:pt x="119062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5" name="object 455"/>
          <p:cNvSpPr/>
          <p:nvPr/>
        </p:nvSpPr>
        <p:spPr>
          <a:xfrm>
            <a:off x="10901362" y="533399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6" name="object 456"/>
          <p:cNvSpPr/>
          <p:nvPr/>
        </p:nvSpPr>
        <p:spPr>
          <a:xfrm>
            <a:off x="9715499" y="5614987"/>
            <a:ext cx="1190624" cy="0"/>
          </a:xfrm>
          <a:custGeom>
            <a:avLst/>
            <a:gdLst/>
            <a:ahLst/>
            <a:cxnLst/>
            <a:rect b="b" l="l" r="r" t="t"/>
            <a:pathLst>
              <a:path h="0" w="1190624">
                <a:moveTo>
                  <a:pt x="0" y="0"/>
                </a:moveTo>
                <a:lnTo>
                  <a:pt x="119062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7" name="object 457"/>
          <p:cNvSpPr/>
          <p:nvPr/>
        </p:nvSpPr>
        <p:spPr>
          <a:xfrm>
            <a:off x="10906124" y="5333999"/>
            <a:ext cx="1142999" cy="285749"/>
          </a:xfrm>
          <a:custGeom>
            <a:avLst/>
            <a:gdLst/>
            <a:ahLst/>
            <a:cxnLst/>
            <a:rect b="b" l="l" r="r" t="t"/>
            <a:pathLst>
              <a:path h="285749" w="1142999">
                <a:moveTo>
                  <a:pt x="1142999" y="0"/>
                </a:moveTo>
                <a:lnTo>
                  <a:pt x="1142999" y="285749"/>
                </a:lnTo>
                <a:lnTo>
                  <a:pt x="0" y="285749"/>
                </a:lnTo>
                <a:lnTo>
                  <a:pt x="0" y="0"/>
                </a:lnTo>
                <a:lnTo>
                  <a:pt x="11429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8" name="object 458"/>
          <p:cNvSpPr/>
          <p:nvPr/>
        </p:nvSpPr>
        <p:spPr>
          <a:xfrm>
            <a:off x="10906124" y="5614987"/>
            <a:ext cx="1142999" cy="0"/>
          </a:xfrm>
          <a:custGeom>
            <a:avLst/>
            <a:gdLst/>
            <a:ahLst/>
            <a:cxnLst/>
            <a:rect b="b" l="l" r="r" t="t"/>
            <a:pathLst>
              <a:path h="0" w="1142999">
                <a:moveTo>
                  <a:pt x="0" y="0"/>
                </a:moveTo>
                <a:lnTo>
                  <a:pt x="11429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9" name="object 459"/>
          <p:cNvSpPr/>
          <p:nvPr/>
        </p:nvSpPr>
        <p:spPr>
          <a:xfrm>
            <a:off x="4819649" y="5619749"/>
            <a:ext cx="895349" cy="200024"/>
          </a:xfrm>
          <a:custGeom>
            <a:avLst/>
            <a:gdLst/>
            <a:ahLst/>
            <a:cxnLst/>
            <a:rect b="b" l="l" r="r" t="t"/>
            <a:pathLst>
              <a:path h="200024" w="895349">
                <a:moveTo>
                  <a:pt x="895349" y="0"/>
                </a:moveTo>
                <a:lnTo>
                  <a:pt x="895349" y="200024"/>
                </a:lnTo>
                <a:lnTo>
                  <a:pt x="0" y="200024"/>
                </a:lnTo>
                <a:lnTo>
                  <a:pt x="0" y="0"/>
                </a:lnTo>
                <a:lnTo>
                  <a:pt x="8953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0" name="object 460"/>
          <p:cNvSpPr/>
          <p:nvPr/>
        </p:nvSpPr>
        <p:spPr>
          <a:xfrm>
            <a:off x="4819649" y="5815012"/>
            <a:ext cx="895349" cy="0"/>
          </a:xfrm>
          <a:custGeom>
            <a:avLst/>
            <a:gdLst/>
            <a:ahLst/>
            <a:cxnLst/>
            <a:rect b="b" l="l" r="r" t="t"/>
            <a:pathLst>
              <a:path h="0" w="895349">
                <a:moveTo>
                  <a:pt x="0" y="0"/>
                </a:moveTo>
                <a:lnTo>
                  <a:pt x="8953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1" name="object 461"/>
          <p:cNvSpPr/>
          <p:nvPr/>
        </p:nvSpPr>
        <p:spPr>
          <a:xfrm>
            <a:off x="5710237" y="56197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2" name="object 462"/>
          <p:cNvSpPr/>
          <p:nvPr/>
        </p:nvSpPr>
        <p:spPr>
          <a:xfrm>
            <a:off x="5714999" y="5619749"/>
            <a:ext cx="1000124" cy="200024"/>
          </a:xfrm>
          <a:custGeom>
            <a:avLst/>
            <a:gdLst/>
            <a:ahLst/>
            <a:cxnLst/>
            <a:rect b="b" l="l" r="r" t="t"/>
            <a:pathLst>
              <a:path h="200024" w="1000124">
                <a:moveTo>
                  <a:pt x="1000124" y="0"/>
                </a:moveTo>
                <a:lnTo>
                  <a:pt x="1000124" y="200024"/>
                </a:lnTo>
                <a:lnTo>
                  <a:pt x="0" y="200024"/>
                </a:lnTo>
                <a:lnTo>
                  <a:pt x="0" y="0"/>
                </a:lnTo>
                <a:lnTo>
                  <a:pt x="100012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3" name="object 463"/>
          <p:cNvSpPr/>
          <p:nvPr/>
        </p:nvSpPr>
        <p:spPr>
          <a:xfrm>
            <a:off x="5714999" y="5815012"/>
            <a:ext cx="1000124" cy="0"/>
          </a:xfrm>
          <a:custGeom>
            <a:avLst/>
            <a:gdLst/>
            <a:ahLst/>
            <a:cxnLst/>
            <a:rect b="b" l="l" r="r" t="t"/>
            <a:pathLst>
              <a:path h="0" w="1000124">
                <a:moveTo>
                  <a:pt x="0" y="0"/>
                </a:moveTo>
                <a:lnTo>
                  <a:pt x="10001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4" name="object 464"/>
          <p:cNvSpPr/>
          <p:nvPr/>
        </p:nvSpPr>
        <p:spPr>
          <a:xfrm>
            <a:off x="6710362" y="56197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5" name="object 465"/>
          <p:cNvSpPr/>
          <p:nvPr/>
        </p:nvSpPr>
        <p:spPr>
          <a:xfrm>
            <a:off x="6715124" y="5619749"/>
            <a:ext cx="1466849" cy="200024"/>
          </a:xfrm>
          <a:custGeom>
            <a:avLst/>
            <a:gdLst/>
            <a:ahLst/>
            <a:cxnLst/>
            <a:rect b="b" l="l" r="r" t="t"/>
            <a:pathLst>
              <a:path h="200024" w="1466849">
                <a:moveTo>
                  <a:pt x="1466849" y="0"/>
                </a:moveTo>
                <a:lnTo>
                  <a:pt x="1466849" y="200024"/>
                </a:lnTo>
                <a:lnTo>
                  <a:pt x="0" y="200024"/>
                </a:lnTo>
                <a:lnTo>
                  <a:pt x="0" y="0"/>
                </a:lnTo>
                <a:lnTo>
                  <a:pt x="14668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6" name="object 466"/>
          <p:cNvSpPr/>
          <p:nvPr/>
        </p:nvSpPr>
        <p:spPr>
          <a:xfrm>
            <a:off x="6715124" y="5815012"/>
            <a:ext cx="1466849" cy="0"/>
          </a:xfrm>
          <a:custGeom>
            <a:avLst/>
            <a:gdLst/>
            <a:ahLst/>
            <a:cxnLst/>
            <a:rect b="b" l="l" r="r" t="t"/>
            <a:pathLst>
              <a:path h="0" w="1466849">
                <a:moveTo>
                  <a:pt x="0" y="0"/>
                </a:moveTo>
                <a:lnTo>
                  <a:pt x="14668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7" name="object 467"/>
          <p:cNvSpPr/>
          <p:nvPr/>
        </p:nvSpPr>
        <p:spPr>
          <a:xfrm>
            <a:off x="8177212" y="56197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8" name="object 468"/>
          <p:cNvSpPr/>
          <p:nvPr/>
        </p:nvSpPr>
        <p:spPr>
          <a:xfrm>
            <a:off x="8181974" y="5619749"/>
            <a:ext cx="561974" cy="200024"/>
          </a:xfrm>
          <a:custGeom>
            <a:avLst/>
            <a:gdLst/>
            <a:ahLst/>
            <a:cxnLst/>
            <a:rect b="b" l="l" r="r" t="t"/>
            <a:pathLst>
              <a:path h="200024" w="561974">
                <a:moveTo>
                  <a:pt x="561974" y="0"/>
                </a:moveTo>
                <a:lnTo>
                  <a:pt x="561974" y="200024"/>
                </a:lnTo>
                <a:lnTo>
                  <a:pt x="0" y="200024"/>
                </a:lnTo>
                <a:lnTo>
                  <a:pt x="0" y="0"/>
                </a:lnTo>
                <a:lnTo>
                  <a:pt x="56197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9" name="object 469"/>
          <p:cNvSpPr/>
          <p:nvPr/>
        </p:nvSpPr>
        <p:spPr>
          <a:xfrm>
            <a:off x="8181974" y="5815012"/>
            <a:ext cx="561974" cy="0"/>
          </a:xfrm>
          <a:custGeom>
            <a:avLst/>
            <a:gdLst/>
            <a:ahLst/>
            <a:cxnLst/>
            <a:rect b="b" l="l" r="r" t="t"/>
            <a:pathLst>
              <a:path h="0" w="561974">
                <a:moveTo>
                  <a:pt x="0" y="0"/>
                </a:moveTo>
                <a:lnTo>
                  <a:pt x="56197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0" name="object 470"/>
          <p:cNvSpPr/>
          <p:nvPr/>
        </p:nvSpPr>
        <p:spPr>
          <a:xfrm>
            <a:off x="8739187" y="56197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1" name="object 471"/>
          <p:cNvSpPr/>
          <p:nvPr/>
        </p:nvSpPr>
        <p:spPr>
          <a:xfrm>
            <a:off x="8743949" y="5619749"/>
            <a:ext cx="971549" cy="200024"/>
          </a:xfrm>
          <a:custGeom>
            <a:avLst/>
            <a:gdLst/>
            <a:ahLst/>
            <a:cxnLst/>
            <a:rect b="b" l="l" r="r" t="t"/>
            <a:pathLst>
              <a:path h="200024" w="971549">
                <a:moveTo>
                  <a:pt x="971549" y="0"/>
                </a:moveTo>
                <a:lnTo>
                  <a:pt x="971549" y="200024"/>
                </a:lnTo>
                <a:lnTo>
                  <a:pt x="0" y="200024"/>
                </a:lnTo>
                <a:lnTo>
                  <a:pt x="0" y="0"/>
                </a:lnTo>
                <a:lnTo>
                  <a:pt x="9715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2" name="object 472"/>
          <p:cNvSpPr/>
          <p:nvPr/>
        </p:nvSpPr>
        <p:spPr>
          <a:xfrm>
            <a:off x="8743949" y="5815012"/>
            <a:ext cx="971549" cy="0"/>
          </a:xfrm>
          <a:custGeom>
            <a:avLst/>
            <a:gdLst/>
            <a:ahLst/>
            <a:cxnLst/>
            <a:rect b="b" l="l" r="r" t="t"/>
            <a:pathLst>
              <a:path h="0" w="971549">
                <a:moveTo>
                  <a:pt x="0" y="0"/>
                </a:moveTo>
                <a:lnTo>
                  <a:pt x="9715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3" name="object 473"/>
          <p:cNvSpPr/>
          <p:nvPr/>
        </p:nvSpPr>
        <p:spPr>
          <a:xfrm>
            <a:off x="9710737" y="56197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4" name="object 474"/>
          <p:cNvSpPr/>
          <p:nvPr/>
        </p:nvSpPr>
        <p:spPr>
          <a:xfrm>
            <a:off x="9715499" y="5619749"/>
            <a:ext cx="1190624" cy="200024"/>
          </a:xfrm>
          <a:custGeom>
            <a:avLst/>
            <a:gdLst/>
            <a:ahLst/>
            <a:cxnLst/>
            <a:rect b="b" l="l" r="r" t="t"/>
            <a:pathLst>
              <a:path h="200024" w="1190624">
                <a:moveTo>
                  <a:pt x="1190624" y="0"/>
                </a:moveTo>
                <a:lnTo>
                  <a:pt x="1190624" y="200024"/>
                </a:lnTo>
                <a:lnTo>
                  <a:pt x="0" y="200024"/>
                </a:lnTo>
                <a:lnTo>
                  <a:pt x="0" y="0"/>
                </a:lnTo>
                <a:lnTo>
                  <a:pt x="119062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5" name="object 475"/>
          <p:cNvSpPr/>
          <p:nvPr/>
        </p:nvSpPr>
        <p:spPr>
          <a:xfrm>
            <a:off x="9715499" y="5815012"/>
            <a:ext cx="1190624" cy="0"/>
          </a:xfrm>
          <a:custGeom>
            <a:avLst/>
            <a:gdLst/>
            <a:ahLst/>
            <a:cxnLst/>
            <a:rect b="b" l="l" r="r" t="t"/>
            <a:pathLst>
              <a:path h="0" w="1190624">
                <a:moveTo>
                  <a:pt x="0" y="0"/>
                </a:moveTo>
                <a:lnTo>
                  <a:pt x="11906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6" name="object 476"/>
          <p:cNvSpPr/>
          <p:nvPr/>
        </p:nvSpPr>
        <p:spPr>
          <a:xfrm>
            <a:off x="10901362" y="56197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7" name="object 477"/>
          <p:cNvSpPr/>
          <p:nvPr/>
        </p:nvSpPr>
        <p:spPr>
          <a:xfrm>
            <a:off x="10906124" y="5619749"/>
            <a:ext cx="1142999" cy="200024"/>
          </a:xfrm>
          <a:custGeom>
            <a:avLst/>
            <a:gdLst/>
            <a:ahLst/>
            <a:cxnLst/>
            <a:rect b="b" l="l" r="r" t="t"/>
            <a:pathLst>
              <a:path h="200024" w="1142999">
                <a:moveTo>
                  <a:pt x="1142999" y="0"/>
                </a:moveTo>
                <a:lnTo>
                  <a:pt x="1142999" y="200024"/>
                </a:lnTo>
                <a:lnTo>
                  <a:pt x="0" y="200024"/>
                </a:lnTo>
                <a:lnTo>
                  <a:pt x="0" y="0"/>
                </a:lnTo>
                <a:lnTo>
                  <a:pt x="11429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8" name="object 478"/>
          <p:cNvSpPr/>
          <p:nvPr/>
        </p:nvSpPr>
        <p:spPr>
          <a:xfrm>
            <a:off x="10906124" y="5815012"/>
            <a:ext cx="1142999" cy="0"/>
          </a:xfrm>
          <a:custGeom>
            <a:avLst/>
            <a:gdLst/>
            <a:ahLst/>
            <a:cxnLst/>
            <a:rect b="b" l="l" r="r" t="t"/>
            <a:pathLst>
              <a:path h="0" w="1142999">
                <a:moveTo>
                  <a:pt x="0" y="0"/>
                </a:moveTo>
                <a:lnTo>
                  <a:pt x="11429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9" name="object 479"/>
          <p:cNvSpPr/>
          <p:nvPr/>
        </p:nvSpPr>
        <p:spPr>
          <a:xfrm>
            <a:off x="4819649" y="5819774"/>
            <a:ext cx="895349" cy="200024"/>
          </a:xfrm>
          <a:custGeom>
            <a:avLst/>
            <a:gdLst/>
            <a:ahLst/>
            <a:cxnLst/>
            <a:rect b="b" l="l" r="r" t="t"/>
            <a:pathLst>
              <a:path h="200024" w="895349">
                <a:moveTo>
                  <a:pt x="0" y="0"/>
                </a:moveTo>
                <a:lnTo>
                  <a:pt x="895349" y="0"/>
                </a:lnTo>
                <a:lnTo>
                  <a:pt x="8953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0" name="object 480"/>
          <p:cNvSpPr/>
          <p:nvPr/>
        </p:nvSpPr>
        <p:spPr>
          <a:xfrm>
            <a:off x="4819649" y="6015037"/>
            <a:ext cx="895349" cy="0"/>
          </a:xfrm>
          <a:custGeom>
            <a:avLst/>
            <a:gdLst/>
            <a:ahLst/>
            <a:cxnLst/>
            <a:rect b="b" l="l" r="r" t="t"/>
            <a:pathLst>
              <a:path h="0" w="895349">
                <a:moveTo>
                  <a:pt x="0" y="0"/>
                </a:moveTo>
                <a:lnTo>
                  <a:pt x="8953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1" name="object 481"/>
          <p:cNvSpPr/>
          <p:nvPr/>
        </p:nvSpPr>
        <p:spPr>
          <a:xfrm>
            <a:off x="5710237" y="58197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2" name="object 482"/>
          <p:cNvSpPr/>
          <p:nvPr/>
        </p:nvSpPr>
        <p:spPr>
          <a:xfrm>
            <a:off x="5714999" y="5819774"/>
            <a:ext cx="1000124" cy="200024"/>
          </a:xfrm>
          <a:custGeom>
            <a:avLst/>
            <a:gdLst/>
            <a:ahLst/>
            <a:cxnLst/>
            <a:rect b="b" l="l" r="r" t="t"/>
            <a:pathLst>
              <a:path h="200024" w="1000124">
                <a:moveTo>
                  <a:pt x="0" y="0"/>
                </a:moveTo>
                <a:lnTo>
                  <a:pt x="1000124" y="0"/>
                </a:lnTo>
                <a:lnTo>
                  <a:pt x="10001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3" name="object 483"/>
          <p:cNvSpPr/>
          <p:nvPr/>
        </p:nvSpPr>
        <p:spPr>
          <a:xfrm>
            <a:off x="5714999" y="6015037"/>
            <a:ext cx="1000124" cy="0"/>
          </a:xfrm>
          <a:custGeom>
            <a:avLst/>
            <a:gdLst/>
            <a:ahLst/>
            <a:cxnLst/>
            <a:rect b="b" l="l" r="r" t="t"/>
            <a:pathLst>
              <a:path h="0" w="1000124">
                <a:moveTo>
                  <a:pt x="0" y="0"/>
                </a:moveTo>
                <a:lnTo>
                  <a:pt x="10001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4" name="object 484"/>
          <p:cNvSpPr/>
          <p:nvPr/>
        </p:nvSpPr>
        <p:spPr>
          <a:xfrm>
            <a:off x="6710362" y="58197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5" name="object 485"/>
          <p:cNvSpPr/>
          <p:nvPr/>
        </p:nvSpPr>
        <p:spPr>
          <a:xfrm>
            <a:off x="6715124" y="5819774"/>
            <a:ext cx="1466849" cy="200024"/>
          </a:xfrm>
          <a:custGeom>
            <a:avLst/>
            <a:gdLst/>
            <a:ahLst/>
            <a:cxnLst/>
            <a:rect b="b" l="l" r="r" t="t"/>
            <a:pathLst>
              <a:path h="200024" w="1466849">
                <a:moveTo>
                  <a:pt x="0" y="0"/>
                </a:moveTo>
                <a:lnTo>
                  <a:pt x="1466849" y="0"/>
                </a:lnTo>
                <a:lnTo>
                  <a:pt x="14668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6" name="object 486"/>
          <p:cNvSpPr/>
          <p:nvPr/>
        </p:nvSpPr>
        <p:spPr>
          <a:xfrm>
            <a:off x="6715124" y="6015037"/>
            <a:ext cx="1466849" cy="0"/>
          </a:xfrm>
          <a:custGeom>
            <a:avLst/>
            <a:gdLst/>
            <a:ahLst/>
            <a:cxnLst/>
            <a:rect b="b" l="l" r="r" t="t"/>
            <a:pathLst>
              <a:path h="0" w="1466849">
                <a:moveTo>
                  <a:pt x="0" y="0"/>
                </a:moveTo>
                <a:lnTo>
                  <a:pt x="14668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7" name="object 487"/>
          <p:cNvSpPr/>
          <p:nvPr/>
        </p:nvSpPr>
        <p:spPr>
          <a:xfrm>
            <a:off x="8177212" y="58197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8" name="object 488"/>
          <p:cNvSpPr/>
          <p:nvPr/>
        </p:nvSpPr>
        <p:spPr>
          <a:xfrm>
            <a:off x="8181974" y="5819774"/>
            <a:ext cx="561974" cy="200024"/>
          </a:xfrm>
          <a:custGeom>
            <a:avLst/>
            <a:gdLst/>
            <a:ahLst/>
            <a:cxnLst/>
            <a:rect b="b" l="l" r="r" t="t"/>
            <a:pathLst>
              <a:path h="200024" w="561974">
                <a:moveTo>
                  <a:pt x="0" y="0"/>
                </a:moveTo>
                <a:lnTo>
                  <a:pt x="561974" y="0"/>
                </a:lnTo>
                <a:lnTo>
                  <a:pt x="56197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9" name="object 489"/>
          <p:cNvSpPr/>
          <p:nvPr/>
        </p:nvSpPr>
        <p:spPr>
          <a:xfrm>
            <a:off x="8181974" y="6015037"/>
            <a:ext cx="561974" cy="0"/>
          </a:xfrm>
          <a:custGeom>
            <a:avLst/>
            <a:gdLst/>
            <a:ahLst/>
            <a:cxnLst/>
            <a:rect b="b" l="l" r="r" t="t"/>
            <a:pathLst>
              <a:path h="0" w="561974">
                <a:moveTo>
                  <a:pt x="0" y="0"/>
                </a:moveTo>
                <a:lnTo>
                  <a:pt x="56197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0" name="object 490"/>
          <p:cNvSpPr/>
          <p:nvPr/>
        </p:nvSpPr>
        <p:spPr>
          <a:xfrm>
            <a:off x="8739187" y="58197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1" name="object 491"/>
          <p:cNvSpPr/>
          <p:nvPr/>
        </p:nvSpPr>
        <p:spPr>
          <a:xfrm>
            <a:off x="8743949" y="5819774"/>
            <a:ext cx="971549" cy="200024"/>
          </a:xfrm>
          <a:custGeom>
            <a:avLst/>
            <a:gdLst/>
            <a:ahLst/>
            <a:cxnLst/>
            <a:rect b="b" l="l" r="r" t="t"/>
            <a:pathLst>
              <a:path h="200024" w="971549">
                <a:moveTo>
                  <a:pt x="0" y="0"/>
                </a:moveTo>
                <a:lnTo>
                  <a:pt x="971549" y="0"/>
                </a:lnTo>
                <a:lnTo>
                  <a:pt x="9715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2" name="object 492"/>
          <p:cNvSpPr/>
          <p:nvPr/>
        </p:nvSpPr>
        <p:spPr>
          <a:xfrm>
            <a:off x="8743949" y="6015037"/>
            <a:ext cx="971549" cy="0"/>
          </a:xfrm>
          <a:custGeom>
            <a:avLst/>
            <a:gdLst/>
            <a:ahLst/>
            <a:cxnLst/>
            <a:rect b="b" l="l" r="r" t="t"/>
            <a:pathLst>
              <a:path h="0" w="971549">
                <a:moveTo>
                  <a:pt x="0" y="0"/>
                </a:moveTo>
                <a:lnTo>
                  <a:pt x="9715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3" name="object 493"/>
          <p:cNvSpPr/>
          <p:nvPr/>
        </p:nvSpPr>
        <p:spPr>
          <a:xfrm>
            <a:off x="9710737" y="58197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4" name="object 494"/>
          <p:cNvSpPr/>
          <p:nvPr/>
        </p:nvSpPr>
        <p:spPr>
          <a:xfrm>
            <a:off x="9715499" y="5819774"/>
            <a:ext cx="1190624" cy="200024"/>
          </a:xfrm>
          <a:custGeom>
            <a:avLst/>
            <a:gdLst/>
            <a:ahLst/>
            <a:cxnLst/>
            <a:rect b="b" l="l" r="r" t="t"/>
            <a:pathLst>
              <a:path h="200024" w="1190624">
                <a:moveTo>
                  <a:pt x="0" y="0"/>
                </a:moveTo>
                <a:lnTo>
                  <a:pt x="1190624" y="0"/>
                </a:lnTo>
                <a:lnTo>
                  <a:pt x="11906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5" name="object 495"/>
          <p:cNvSpPr/>
          <p:nvPr/>
        </p:nvSpPr>
        <p:spPr>
          <a:xfrm>
            <a:off x="9715499" y="6015037"/>
            <a:ext cx="1190624" cy="0"/>
          </a:xfrm>
          <a:custGeom>
            <a:avLst/>
            <a:gdLst/>
            <a:ahLst/>
            <a:cxnLst/>
            <a:rect b="b" l="l" r="r" t="t"/>
            <a:pathLst>
              <a:path h="0" w="1190624">
                <a:moveTo>
                  <a:pt x="0" y="0"/>
                </a:moveTo>
                <a:lnTo>
                  <a:pt x="11906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6" name="object 496"/>
          <p:cNvSpPr/>
          <p:nvPr/>
        </p:nvSpPr>
        <p:spPr>
          <a:xfrm>
            <a:off x="10901362" y="58197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7" name="object 497"/>
          <p:cNvSpPr/>
          <p:nvPr/>
        </p:nvSpPr>
        <p:spPr>
          <a:xfrm>
            <a:off x="10906124" y="5819774"/>
            <a:ext cx="1142999" cy="200024"/>
          </a:xfrm>
          <a:custGeom>
            <a:avLst/>
            <a:gdLst/>
            <a:ahLst/>
            <a:cxnLst/>
            <a:rect b="b" l="l" r="r" t="t"/>
            <a:pathLst>
              <a:path h="200024" w="1142999">
                <a:moveTo>
                  <a:pt x="0" y="0"/>
                </a:moveTo>
                <a:lnTo>
                  <a:pt x="1142999" y="0"/>
                </a:lnTo>
                <a:lnTo>
                  <a:pt x="11429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8" name="object 498"/>
          <p:cNvSpPr/>
          <p:nvPr/>
        </p:nvSpPr>
        <p:spPr>
          <a:xfrm>
            <a:off x="10906124" y="6015037"/>
            <a:ext cx="1142999" cy="0"/>
          </a:xfrm>
          <a:custGeom>
            <a:avLst/>
            <a:gdLst/>
            <a:ahLst/>
            <a:cxnLst/>
            <a:rect b="b" l="l" r="r" t="t"/>
            <a:pathLst>
              <a:path h="0" w="1142999">
                <a:moveTo>
                  <a:pt x="0" y="0"/>
                </a:moveTo>
                <a:lnTo>
                  <a:pt x="11429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9" name="object 499"/>
          <p:cNvSpPr/>
          <p:nvPr/>
        </p:nvSpPr>
        <p:spPr>
          <a:xfrm>
            <a:off x="4819649" y="6019799"/>
            <a:ext cx="895349" cy="200024"/>
          </a:xfrm>
          <a:custGeom>
            <a:avLst/>
            <a:gdLst/>
            <a:ahLst/>
            <a:cxnLst/>
            <a:rect b="b" l="l" r="r" t="t"/>
            <a:pathLst>
              <a:path h="200024" w="895349">
                <a:moveTo>
                  <a:pt x="0" y="0"/>
                </a:moveTo>
                <a:lnTo>
                  <a:pt x="895349" y="0"/>
                </a:lnTo>
                <a:lnTo>
                  <a:pt x="8953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0" name="object 500"/>
          <p:cNvSpPr/>
          <p:nvPr/>
        </p:nvSpPr>
        <p:spPr>
          <a:xfrm>
            <a:off x="4819649" y="6215062"/>
            <a:ext cx="895349" cy="0"/>
          </a:xfrm>
          <a:custGeom>
            <a:avLst/>
            <a:gdLst/>
            <a:ahLst/>
            <a:cxnLst/>
            <a:rect b="b" l="l" r="r" t="t"/>
            <a:pathLst>
              <a:path h="0" w="895349">
                <a:moveTo>
                  <a:pt x="0" y="0"/>
                </a:moveTo>
                <a:lnTo>
                  <a:pt x="8953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1" name="object 501"/>
          <p:cNvSpPr/>
          <p:nvPr/>
        </p:nvSpPr>
        <p:spPr>
          <a:xfrm>
            <a:off x="5710237" y="60197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2" name="object 502"/>
          <p:cNvSpPr/>
          <p:nvPr/>
        </p:nvSpPr>
        <p:spPr>
          <a:xfrm>
            <a:off x="5714999" y="6019799"/>
            <a:ext cx="1000124" cy="200024"/>
          </a:xfrm>
          <a:custGeom>
            <a:avLst/>
            <a:gdLst/>
            <a:ahLst/>
            <a:cxnLst/>
            <a:rect b="b" l="l" r="r" t="t"/>
            <a:pathLst>
              <a:path h="200024" w="1000124">
                <a:moveTo>
                  <a:pt x="0" y="0"/>
                </a:moveTo>
                <a:lnTo>
                  <a:pt x="1000124" y="0"/>
                </a:lnTo>
                <a:lnTo>
                  <a:pt x="10001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3" name="object 503"/>
          <p:cNvSpPr/>
          <p:nvPr/>
        </p:nvSpPr>
        <p:spPr>
          <a:xfrm>
            <a:off x="5714999" y="6215062"/>
            <a:ext cx="1000124" cy="0"/>
          </a:xfrm>
          <a:custGeom>
            <a:avLst/>
            <a:gdLst/>
            <a:ahLst/>
            <a:cxnLst/>
            <a:rect b="b" l="l" r="r" t="t"/>
            <a:pathLst>
              <a:path h="0" w="1000124">
                <a:moveTo>
                  <a:pt x="0" y="0"/>
                </a:moveTo>
                <a:lnTo>
                  <a:pt x="10001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4" name="object 504"/>
          <p:cNvSpPr/>
          <p:nvPr/>
        </p:nvSpPr>
        <p:spPr>
          <a:xfrm>
            <a:off x="6710362" y="60197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5" name="object 505"/>
          <p:cNvSpPr/>
          <p:nvPr/>
        </p:nvSpPr>
        <p:spPr>
          <a:xfrm>
            <a:off x="6715124" y="6019799"/>
            <a:ext cx="1466849" cy="200024"/>
          </a:xfrm>
          <a:custGeom>
            <a:avLst/>
            <a:gdLst/>
            <a:ahLst/>
            <a:cxnLst/>
            <a:rect b="b" l="l" r="r" t="t"/>
            <a:pathLst>
              <a:path h="200024" w="1466849">
                <a:moveTo>
                  <a:pt x="0" y="0"/>
                </a:moveTo>
                <a:lnTo>
                  <a:pt x="1466849" y="0"/>
                </a:lnTo>
                <a:lnTo>
                  <a:pt x="14668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6" name="object 506"/>
          <p:cNvSpPr/>
          <p:nvPr/>
        </p:nvSpPr>
        <p:spPr>
          <a:xfrm>
            <a:off x="6715124" y="6215062"/>
            <a:ext cx="1466849" cy="0"/>
          </a:xfrm>
          <a:custGeom>
            <a:avLst/>
            <a:gdLst/>
            <a:ahLst/>
            <a:cxnLst/>
            <a:rect b="b" l="l" r="r" t="t"/>
            <a:pathLst>
              <a:path h="0" w="1466849">
                <a:moveTo>
                  <a:pt x="0" y="0"/>
                </a:moveTo>
                <a:lnTo>
                  <a:pt x="14668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7" name="object 507"/>
          <p:cNvSpPr/>
          <p:nvPr/>
        </p:nvSpPr>
        <p:spPr>
          <a:xfrm>
            <a:off x="8177212" y="60197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8" name="object 508"/>
          <p:cNvSpPr/>
          <p:nvPr/>
        </p:nvSpPr>
        <p:spPr>
          <a:xfrm>
            <a:off x="8181974" y="6019799"/>
            <a:ext cx="561974" cy="200024"/>
          </a:xfrm>
          <a:custGeom>
            <a:avLst/>
            <a:gdLst/>
            <a:ahLst/>
            <a:cxnLst/>
            <a:rect b="b" l="l" r="r" t="t"/>
            <a:pathLst>
              <a:path h="200024" w="561974">
                <a:moveTo>
                  <a:pt x="0" y="0"/>
                </a:moveTo>
                <a:lnTo>
                  <a:pt x="561974" y="0"/>
                </a:lnTo>
                <a:lnTo>
                  <a:pt x="56197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9" name="object 509"/>
          <p:cNvSpPr/>
          <p:nvPr/>
        </p:nvSpPr>
        <p:spPr>
          <a:xfrm>
            <a:off x="8181974" y="6215062"/>
            <a:ext cx="561974" cy="0"/>
          </a:xfrm>
          <a:custGeom>
            <a:avLst/>
            <a:gdLst/>
            <a:ahLst/>
            <a:cxnLst/>
            <a:rect b="b" l="l" r="r" t="t"/>
            <a:pathLst>
              <a:path h="0" w="561974">
                <a:moveTo>
                  <a:pt x="0" y="0"/>
                </a:moveTo>
                <a:lnTo>
                  <a:pt x="56197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0" name="object 510"/>
          <p:cNvSpPr/>
          <p:nvPr/>
        </p:nvSpPr>
        <p:spPr>
          <a:xfrm>
            <a:off x="8739187" y="60197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1" name="object 511"/>
          <p:cNvSpPr/>
          <p:nvPr/>
        </p:nvSpPr>
        <p:spPr>
          <a:xfrm>
            <a:off x="8743949" y="6019799"/>
            <a:ext cx="971549" cy="200024"/>
          </a:xfrm>
          <a:custGeom>
            <a:avLst/>
            <a:gdLst/>
            <a:ahLst/>
            <a:cxnLst/>
            <a:rect b="b" l="l" r="r" t="t"/>
            <a:pathLst>
              <a:path h="200024" w="971549">
                <a:moveTo>
                  <a:pt x="0" y="0"/>
                </a:moveTo>
                <a:lnTo>
                  <a:pt x="971549" y="0"/>
                </a:lnTo>
                <a:lnTo>
                  <a:pt x="9715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2" name="object 512"/>
          <p:cNvSpPr/>
          <p:nvPr/>
        </p:nvSpPr>
        <p:spPr>
          <a:xfrm>
            <a:off x="8743949" y="6215062"/>
            <a:ext cx="971549" cy="0"/>
          </a:xfrm>
          <a:custGeom>
            <a:avLst/>
            <a:gdLst/>
            <a:ahLst/>
            <a:cxnLst/>
            <a:rect b="b" l="l" r="r" t="t"/>
            <a:pathLst>
              <a:path h="0" w="971549">
                <a:moveTo>
                  <a:pt x="0" y="0"/>
                </a:moveTo>
                <a:lnTo>
                  <a:pt x="9715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3" name="object 513"/>
          <p:cNvSpPr/>
          <p:nvPr/>
        </p:nvSpPr>
        <p:spPr>
          <a:xfrm>
            <a:off x="9710737" y="60197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4" name="object 514"/>
          <p:cNvSpPr/>
          <p:nvPr/>
        </p:nvSpPr>
        <p:spPr>
          <a:xfrm>
            <a:off x="9715499" y="6019799"/>
            <a:ext cx="1190624" cy="200024"/>
          </a:xfrm>
          <a:custGeom>
            <a:avLst/>
            <a:gdLst/>
            <a:ahLst/>
            <a:cxnLst/>
            <a:rect b="b" l="l" r="r" t="t"/>
            <a:pathLst>
              <a:path h="200024" w="1190624">
                <a:moveTo>
                  <a:pt x="0" y="0"/>
                </a:moveTo>
                <a:lnTo>
                  <a:pt x="1190624" y="0"/>
                </a:lnTo>
                <a:lnTo>
                  <a:pt x="11906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5" name="object 515"/>
          <p:cNvSpPr/>
          <p:nvPr/>
        </p:nvSpPr>
        <p:spPr>
          <a:xfrm>
            <a:off x="9715499" y="6215062"/>
            <a:ext cx="1190624" cy="0"/>
          </a:xfrm>
          <a:custGeom>
            <a:avLst/>
            <a:gdLst/>
            <a:ahLst/>
            <a:cxnLst/>
            <a:rect b="b" l="l" r="r" t="t"/>
            <a:pathLst>
              <a:path h="0" w="1190624">
                <a:moveTo>
                  <a:pt x="0" y="0"/>
                </a:moveTo>
                <a:lnTo>
                  <a:pt x="11906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6" name="object 516"/>
          <p:cNvSpPr/>
          <p:nvPr/>
        </p:nvSpPr>
        <p:spPr>
          <a:xfrm>
            <a:off x="10901362" y="60197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7" name="object 517"/>
          <p:cNvSpPr/>
          <p:nvPr/>
        </p:nvSpPr>
        <p:spPr>
          <a:xfrm>
            <a:off x="10906124" y="6019799"/>
            <a:ext cx="1142999" cy="200024"/>
          </a:xfrm>
          <a:custGeom>
            <a:avLst/>
            <a:gdLst/>
            <a:ahLst/>
            <a:cxnLst/>
            <a:rect b="b" l="l" r="r" t="t"/>
            <a:pathLst>
              <a:path h="200024" w="1142999">
                <a:moveTo>
                  <a:pt x="0" y="0"/>
                </a:moveTo>
                <a:lnTo>
                  <a:pt x="1142999" y="0"/>
                </a:lnTo>
                <a:lnTo>
                  <a:pt x="11429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8" name="object 518"/>
          <p:cNvSpPr/>
          <p:nvPr/>
        </p:nvSpPr>
        <p:spPr>
          <a:xfrm>
            <a:off x="10906124" y="6215062"/>
            <a:ext cx="1142999" cy="0"/>
          </a:xfrm>
          <a:custGeom>
            <a:avLst/>
            <a:gdLst/>
            <a:ahLst/>
            <a:cxnLst/>
            <a:rect b="b" l="l" r="r" t="t"/>
            <a:pathLst>
              <a:path h="0" w="1142999">
                <a:moveTo>
                  <a:pt x="0" y="0"/>
                </a:moveTo>
                <a:lnTo>
                  <a:pt x="11429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9" name="object 519"/>
          <p:cNvSpPr/>
          <p:nvPr/>
        </p:nvSpPr>
        <p:spPr>
          <a:xfrm>
            <a:off x="4819649" y="6219824"/>
            <a:ext cx="895349" cy="200024"/>
          </a:xfrm>
          <a:custGeom>
            <a:avLst/>
            <a:gdLst/>
            <a:ahLst/>
            <a:cxnLst/>
            <a:rect b="b" l="l" r="r" t="t"/>
            <a:pathLst>
              <a:path h="200024" w="895349">
                <a:moveTo>
                  <a:pt x="0" y="0"/>
                </a:moveTo>
                <a:lnTo>
                  <a:pt x="895349" y="0"/>
                </a:lnTo>
                <a:lnTo>
                  <a:pt x="8953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0" name="object 520"/>
          <p:cNvSpPr/>
          <p:nvPr/>
        </p:nvSpPr>
        <p:spPr>
          <a:xfrm>
            <a:off x="4819649" y="6415087"/>
            <a:ext cx="895349" cy="0"/>
          </a:xfrm>
          <a:custGeom>
            <a:avLst/>
            <a:gdLst/>
            <a:ahLst/>
            <a:cxnLst/>
            <a:rect b="b" l="l" r="r" t="t"/>
            <a:pathLst>
              <a:path h="0" w="895349">
                <a:moveTo>
                  <a:pt x="0" y="0"/>
                </a:moveTo>
                <a:lnTo>
                  <a:pt x="8953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1" name="object 521"/>
          <p:cNvSpPr/>
          <p:nvPr/>
        </p:nvSpPr>
        <p:spPr>
          <a:xfrm>
            <a:off x="5710237" y="62198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2" name="object 522"/>
          <p:cNvSpPr/>
          <p:nvPr/>
        </p:nvSpPr>
        <p:spPr>
          <a:xfrm>
            <a:off x="5714999" y="6219824"/>
            <a:ext cx="1000124" cy="200024"/>
          </a:xfrm>
          <a:custGeom>
            <a:avLst/>
            <a:gdLst/>
            <a:ahLst/>
            <a:cxnLst/>
            <a:rect b="b" l="l" r="r" t="t"/>
            <a:pathLst>
              <a:path h="200024" w="1000124">
                <a:moveTo>
                  <a:pt x="0" y="0"/>
                </a:moveTo>
                <a:lnTo>
                  <a:pt x="1000124" y="0"/>
                </a:lnTo>
                <a:lnTo>
                  <a:pt x="10001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3" name="object 523"/>
          <p:cNvSpPr/>
          <p:nvPr/>
        </p:nvSpPr>
        <p:spPr>
          <a:xfrm>
            <a:off x="5714999" y="6415087"/>
            <a:ext cx="1000124" cy="0"/>
          </a:xfrm>
          <a:custGeom>
            <a:avLst/>
            <a:gdLst/>
            <a:ahLst/>
            <a:cxnLst/>
            <a:rect b="b" l="l" r="r" t="t"/>
            <a:pathLst>
              <a:path h="0" w="1000124">
                <a:moveTo>
                  <a:pt x="0" y="0"/>
                </a:moveTo>
                <a:lnTo>
                  <a:pt x="10001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4" name="object 524"/>
          <p:cNvSpPr/>
          <p:nvPr/>
        </p:nvSpPr>
        <p:spPr>
          <a:xfrm>
            <a:off x="6710362" y="62198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5" name="object 525"/>
          <p:cNvSpPr/>
          <p:nvPr/>
        </p:nvSpPr>
        <p:spPr>
          <a:xfrm>
            <a:off x="6715124" y="6219824"/>
            <a:ext cx="1466849" cy="200024"/>
          </a:xfrm>
          <a:custGeom>
            <a:avLst/>
            <a:gdLst/>
            <a:ahLst/>
            <a:cxnLst/>
            <a:rect b="b" l="l" r="r" t="t"/>
            <a:pathLst>
              <a:path h="200024" w="1466849">
                <a:moveTo>
                  <a:pt x="0" y="0"/>
                </a:moveTo>
                <a:lnTo>
                  <a:pt x="1466849" y="0"/>
                </a:lnTo>
                <a:lnTo>
                  <a:pt x="14668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6" name="object 526"/>
          <p:cNvSpPr/>
          <p:nvPr/>
        </p:nvSpPr>
        <p:spPr>
          <a:xfrm>
            <a:off x="6715124" y="6415087"/>
            <a:ext cx="1466849" cy="0"/>
          </a:xfrm>
          <a:custGeom>
            <a:avLst/>
            <a:gdLst/>
            <a:ahLst/>
            <a:cxnLst/>
            <a:rect b="b" l="l" r="r" t="t"/>
            <a:pathLst>
              <a:path h="0" w="1466849">
                <a:moveTo>
                  <a:pt x="0" y="0"/>
                </a:moveTo>
                <a:lnTo>
                  <a:pt x="14668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7" name="object 527"/>
          <p:cNvSpPr/>
          <p:nvPr/>
        </p:nvSpPr>
        <p:spPr>
          <a:xfrm>
            <a:off x="8177212" y="62198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8" name="object 528"/>
          <p:cNvSpPr/>
          <p:nvPr/>
        </p:nvSpPr>
        <p:spPr>
          <a:xfrm>
            <a:off x="8181974" y="6219824"/>
            <a:ext cx="561974" cy="200024"/>
          </a:xfrm>
          <a:custGeom>
            <a:avLst/>
            <a:gdLst/>
            <a:ahLst/>
            <a:cxnLst/>
            <a:rect b="b" l="l" r="r" t="t"/>
            <a:pathLst>
              <a:path h="200024" w="561974">
                <a:moveTo>
                  <a:pt x="0" y="0"/>
                </a:moveTo>
                <a:lnTo>
                  <a:pt x="561974" y="0"/>
                </a:lnTo>
                <a:lnTo>
                  <a:pt x="56197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9" name="object 529"/>
          <p:cNvSpPr/>
          <p:nvPr/>
        </p:nvSpPr>
        <p:spPr>
          <a:xfrm>
            <a:off x="8181974" y="6415087"/>
            <a:ext cx="561974" cy="0"/>
          </a:xfrm>
          <a:custGeom>
            <a:avLst/>
            <a:gdLst/>
            <a:ahLst/>
            <a:cxnLst/>
            <a:rect b="b" l="l" r="r" t="t"/>
            <a:pathLst>
              <a:path h="0" w="561974">
                <a:moveTo>
                  <a:pt x="0" y="0"/>
                </a:moveTo>
                <a:lnTo>
                  <a:pt x="56197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0" name="object 530"/>
          <p:cNvSpPr/>
          <p:nvPr/>
        </p:nvSpPr>
        <p:spPr>
          <a:xfrm>
            <a:off x="8739187" y="62198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1" name="object 531"/>
          <p:cNvSpPr/>
          <p:nvPr/>
        </p:nvSpPr>
        <p:spPr>
          <a:xfrm>
            <a:off x="8743949" y="6219824"/>
            <a:ext cx="971549" cy="200024"/>
          </a:xfrm>
          <a:custGeom>
            <a:avLst/>
            <a:gdLst/>
            <a:ahLst/>
            <a:cxnLst/>
            <a:rect b="b" l="l" r="r" t="t"/>
            <a:pathLst>
              <a:path h="200024" w="971549">
                <a:moveTo>
                  <a:pt x="0" y="0"/>
                </a:moveTo>
                <a:lnTo>
                  <a:pt x="971549" y="0"/>
                </a:lnTo>
                <a:lnTo>
                  <a:pt x="9715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2" name="object 532"/>
          <p:cNvSpPr/>
          <p:nvPr/>
        </p:nvSpPr>
        <p:spPr>
          <a:xfrm>
            <a:off x="8743949" y="6415087"/>
            <a:ext cx="971549" cy="0"/>
          </a:xfrm>
          <a:custGeom>
            <a:avLst/>
            <a:gdLst/>
            <a:ahLst/>
            <a:cxnLst/>
            <a:rect b="b" l="l" r="r" t="t"/>
            <a:pathLst>
              <a:path h="0" w="971549">
                <a:moveTo>
                  <a:pt x="0" y="0"/>
                </a:moveTo>
                <a:lnTo>
                  <a:pt x="9715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3" name="object 533"/>
          <p:cNvSpPr/>
          <p:nvPr/>
        </p:nvSpPr>
        <p:spPr>
          <a:xfrm>
            <a:off x="9710737" y="62198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4" name="object 534"/>
          <p:cNvSpPr/>
          <p:nvPr/>
        </p:nvSpPr>
        <p:spPr>
          <a:xfrm>
            <a:off x="9715499" y="6219824"/>
            <a:ext cx="1190624" cy="200024"/>
          </a:xfrm>
          <a:custGeom>
            <a:avLst/>
            <a:gdLst/>
            <a:ahLst/>
            <a:cxnLst/>
            <a:rect b="b" l="l" r="r" t="t"/>
            <a:pathLst>
              <a:path h="200024" w="1190624">
                <a:moveTo>
                  <a:pt x="0" y="0"/>
                </a:moveTo>
                <a:lnTo>
                  <a:pt x="1190624" y="0"/>
                </a:lnTo>
                <a:lnTo>
                  <a:pt x="11906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5" name="object 535"/>
          <p:cNvSpPr/>
          <p:nvPr/>
        </p:nvSpPr>
        <p:spPr>
          <a:xfrm>
            <a:off x="9715499" y="6415087"/>
            <a:ext cx="1190624" cy="0"/>
          </a:xfrm>
          <a:custGeom>
            <a:avLst/>
            <a:gdLst/>
            <a:ahLst/>
            <a:cxnLst/>
            <a:rect b="b" l="l" r="r" t="t"/>
            <a:pathLst>
              <a:path h="0" w="1190624">
                <a:moveTo>
                  <a:pt x="0" y="0"/>
                </a:moveTo>
                <a:lnTo>
                  <a:pt x="11906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6" name="object 536"/>
          <p:cNvSpPr/>
          <p:nvPr/>
        </p:nvSpPr>
        <p:spPr>
          <a:xfrm>
            <a:off x="10901362" y="62198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7" name="object 537"/>
          <p:cNvSpPr/>
          <p:nvPr/>
        </p:nvSpPr>
        <p:spPr>
          <a:xfrm>
            <a:off x="10906124" y="6219824"/>
            <a:ext cx="1142999" cy="200024"/>
          </a:xfrm>
          <a:custGeom>
            <a:avLst/>
            <a:gdLst/>
            <a:ahLst/>
            <a:cxnLst/>
            <a:rect b="b" l="l" r="r" t="t"/>
            <a:pathLst>
              <a:path h="200024" w="1142999">
                <a:moveTo>
                  <a:pt x="0" y="0"/>
                </a:moveTo>
                <a:lnTo>
                  <a:pt x="1142999" y="0"/>
                </a:lnTo>
                <a:lnTo>
                  <a:pt x="11429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8" name="object 538"/>
          <p:cNvSpPr/>
          <p:nvPr/>
        </p:nvSpPr>
        <p:spPr>
          <a:xfrm>
            <a:off x="10906124" y="6415087"/>
            <a:ext cx="1142999" cy="0"/>
          </a:xfrm>
          <a:custGeom>
            <a:avLst/>
            <a:gdLst/>
            <a:ahLst/>
            <a:cxnLst/>
            <a:rect b="b" l="l" r="r" t="t"/>
            <a:pathLst>
              <a:path h="0" w="1142999">
                <a:moveTo>
                  <a:pt x="0" y="0"/>
                </a:moveTo>
                <a:lnTo>
                  <a:pt x="11429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9" name="object 539"/>
          <p:cNvSpPr/>
          <p:nvPr/>
        </p:nvSpPr>
        <p:spPr>
          <a:xfrm>
            <a:off x="4819649" y="6419849"/>
            <a:ext cx="895349" cy="190499"/>
          </a:xfrm>
          <a:custGeom>
            <a:avLst/>
            <a:gdLst/>
            <a:ahLst/>
            <a:cxnLst/>
            <a:rect b="b" l="l" r="r" t="t"/>
            <a:pathLst>
              <a:path h="190499" w="895349">
                <a:moveTo>
                  <a:pt x="0" y="0"/>
                </a:moveTo>
                <a:lnTo>
                  <a:pt x="895349" y="0"/>
                </a:lnTo>
                <a:lnTo>
                  <a:pt x="89534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0" name="object 540"/>
          <p:cNvSpPr/>
          <p:nvPr/>
        </p:nvSpPr>
        <p:spPr>
          <a:xfrm>
            <a:off x="5710237" y="641984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1" name="object 541"/>
          <p:cNvSpPr/>
          <p:nvPr/>
        </p:nvSpPr>
        <p:spPr>
          <a:xfrm>
            <a:off x="5714999" y="6419849"/>
            <a:ext cx="1000124" cy="190499"/>
          </a:xfrm>
          <a:custGeom>
            <a:avLst/>
            <a:gdLst/>
            <a:ahLst/>
            <a:cxnLst/>
            <a:rect b="b" l="l" r="r" t="t"/>
            <a:pathLst>
              <a:path h="190499" w="1000124">
                <a:moveTo>
                  <a:pt x="0" y="0"/>
                </a:moveTo>
                <a:lnTo>
                  <a:pt x="1000124" y="0"/>
                </a:lnTo>
                <a:lnTo>
                  <a:pt x="1000124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2" name="object 542"/>
          <p:cNvSpPr/>
          <p:nvPr/>
        </p:nvSpPr>
        <p:spPr>
          <a:xfrm>
            <a:off x="6710362" y="641984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3" name="object 543"/>
          <p:cNvSpPr/>
          <p:nvPr/>
        </p:nvSpPr>
        <p:spPr>
          <a:xfrm>
            <a:off x="6715124" y="6419849"/>
            <a:ext cx="1466849" cy="190499"/>
          </a:xfrm>
          <a:custGeom>
            <a:avLst/>
            <a:gdLst/>
            <a:ahLst/>
            <a:cxnLst/>
            <a:rect b="b" l="l" r="r" t="t"/>
            <a:pathLst>
              <a:path h="190499" w="1466849">
                <a:moveTo>
                  <a:pt x="0" y="0"/>
                </a:moveTo>
                <a:lnTo>
                  <a:pt x="1466849" y="0"/>
                </a:lnTo>
                <a:lnTo>
                  <a:pt x="146684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4" name="object 544"/>
          <p:cNvSpPr/>
          <p:nvPr/>
        </p:nvSpPr>
        <p:spPr>
          <a:xfrm>
            <a:off x="8177212" y="641984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5" name="object 545"/>
          <p:cNvSpPr/>
          <p:nvPr/>
        </p:nvSpPr>
        <p:spPr>
          <a:xfrm>
            <a:off x="8181974" y="6419849"/>
            <a:ext cx="561974" cy="190499"/>
          </a:xfrm>
          <a:custGeom>
            <a:avLst/>
            <a:gdLst/>
            <a:ahLst/>
            <a:cxnLst/>
            <a:rect b="b" l="l" r="r" t="t"/>
            <a:pathLst>
              <a:path h="190499" w="561974">
                <a:moveTo>
                  <a:pt x="0" y="0"/>
                </a:moveTo>
                <a:lnTo>
                  <a:pt x="561974" y="0"/>
                </a:lnTo>
                <a:lnTo>
                  <a:pt x="561974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6" name="object 546"/>
          <p:cNvSpPr/>
          <p:nvPr/>
        </p:nvSpPr>
        <p:spPr>
          <a:xfrm>
            <a:off x="8739187" y="641984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7" name="object 547"/>
          <p:cNvSpPr/>
          <p:nvPr/>
        </p:nvSpPr>
        <p:spPr>
          <a:xfrm>
            <a:off x="8743949" y="6419849"/>
            <a:ext cx="971549" cy="190499"/>
          </a:xfrm>
          <a:custGeom>
            <a:avLst/>
            <a:gdLst/>
            <a:ahLst/>
            <a:cxnLst/>
            <a:rect b="b" l="l" r="r" t="t"/>
            <a:pathLst>
              <a:path h="190499" w="971549">
                <a:moveTo>
                  <a:pt x="0" y="0"/>
                </a:moveTo>
                <a:lnTo>
                  <a:pt x="971549" y="0"/>
                </a:lnTo>
                <a:lnTo>
                  <a:pt x="97154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8" name="object 548"/>
          <p:cNvSpPr/>
          <p:nvPr/>
        </p:nvSpPr>
        <p:spPr>
          <a:xfrm>
            <a:off x="9710737" y="641984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9" name="object 549"/>
          <p:cNvSpPr/>
          <p:nvPr/>
        </p:nvSpPr>
        <p:spPr>
          <a:xfrm>
            <a:off x="9715499" y="6419849"/>
            <a:ext cx="1190624" cy="190499"/>
          </a:xfrm>
          <a:custGeom>
            <a:avLst/>
            <a:gdLst/>
            <a:ahLst/>
            <a:cxnLst/>
            <a:rect b="b" l="l" r="r" t="t"/>
            <a:pathLst>
              <a:path h="190499" w="1190624">
                <a:moveTo>
                  <a:pt x="0" y="0"/>
                </a:moveTo>
                <a:lnTo>
                  <a:pt x="1190624" y="0"/>
                </a:lnTo>
                <a:lnTo>
                  <a:pt x="1190624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0" name="object 550"/>
          <p:cNvSpPr/>
          <p:nvPr/>
        </p:nvSpPr>
        <p:spPr>
          <a:xfrm>
            <a:off x="10901362" y="641984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1" name="object 551"/>
          <p:cNvSpPr/>
          <p:nvPr/>
        </p:nvSpPr>
        <p:spPr>
          <a:xfrm>
            <a:off x="10906124" y="6419849"/>
            <a:ext cx="1142999" cy="190499"/>
          </a:xfrm>
          <a:custGeom>
            <a:avLst/>
            <a:gdLst/>
            <a:ahLst/>
            <a:cxnLst/>
            <a:rect b="b" l="l" r="r" t="t"/>
            <a:pathLst>
              <a:path h="190499" w="1142999">
                <a:moveTo>
                  <a:pt x="0" y="0"/>
                </a:moveTo>
                <a:lnTo>
                  <a:pt x="1142999" y="0"/>
                </a:lnTo>
                <a:lnTo>
                  <a:pt x="11429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2" name="object 552"/>
          <p:cNvSpPr/>
          <p:nvPr/>
        </p:nvSpPr>
        <p:spPr>
          <a:xfrm>
            <a:off x="5710237" y="66103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3" name="object 553"/>
          <p:cNvSpPr/>
          <p:nvPr/>
        </p:nvSpPr>
        <p:spPr>
          <a:xfrm>
            <a:off x="4819649" y="6615112"/>
            <a:ext cx="895349" cy="0"/>
          </a:xfrm>
          <a:custGeom>
            <a:avLst/>
            <a:gdLst/>
            <a:ahLst/>
            <a:cxnLst/>
            <a:rect b="b" l="l" r="r" t="t"/>
            <a:pathLst>
              <a:path h="0" w="895349">
                <a:moveTo>
                  <a:pt x="0" y="0"/>
                </a:moveTo>
                <a:lnTo>
                  <a:pt x="8953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4" name="object 554"/>
          <p:cNvSpPr/>
          <p:nvPr/>
        </p:nvSpPr>
        <p:spPr>
          <a:xfrm>
            <a:off x="6710362" y="66103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5" name="object 555"/>
          <p:cNvSpPr/>
          <p:nvPr/>
        </p:nvSpPr>
        <p:spPr>
          <a:xfrm>
            <a:off x="5714999" y="6615112"/>
            <a:ext cx="1000124" cy="0"/>
          </a:xfrm>
          <a:custGeom>
            <a:avLst/>
            <a:gdLst/>
            <a:ahLst/>
            <a:cxnLst/>
            <a:rect b="b" l="l" r="r" t="t"/>
            <a:pathLst>
              <a:path h="0" w="1000124">
                <a:moveTo>
                  <a:pt x="0" y="0"/>
                </a:moveTo>
                <a:lnTo>
                  <a:pt x="100012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6" name="object 556"/>
          <p:cNvSpPr/>
          <p:nvPr/>
        </p:nvSpPr>
        <p:spPr>
          <a:xfrm>
            <a:off x="8177212" y="66103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7" name="object 557"/>
          <p:cNvSpPr/>
          <p:nvPr/>
        </p:nvSpPr>
        <p:spPr>
          <a:xfrm>
            <a:off x="6715124" y="6615112"/>
            <a:ext cx="1466849" cy="0"/>
          </a:xfrm>
          <a:custGeom>
            <a:avLst/>
            <a:gdLst/>
            <a:ahLst/>
            <a:cxnLst/>
            <a:rect b="b" l="l" r="r" t="t"/>
            <a:pathLst>
              <a:path h="0" w="1466849">
                <a:moveTo>
                  <a:pt x="0" y="0"/>
                </a:moveTo>
                <a:lnTo>
                  <a:pt x="14668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8" name="object 558"/>
          <p:cNvSpPr/>
          <p:nvPr/>
        </p:nvSpPr>
        <p:spPr>
          <a:xfrm>
            <a:off x="8739187" y="66103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9" name="object 559"/>
          <p:cNvSpPr/>
          <p:nvPr/>
        </p:nvSpPr>
        <p:spPr>
          <a:xfrm>
            <a:off x="8181974" y="6615112"/>
            <a:ext cx="561974" cy="0"/>
          </a:xfrm>
          <a:custGeom>
            <a:avLst/>
            <a:gdLst/>
            <a:ahLst/>
            <a:cxnLst/>
            <a:rect b="b" l="l" r="r" t="t"/>
            <a:pathLst>
              <a:path h="0" w="561974">
                <a:moveTo>
                  <a:pt x="0" y="0"/>
                </a:moveTo>
                <a:lnTo>
                  <a:pt x="56197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0" name="object 560"/>
          <p:cNvSpPr/>
          <p:nvPr/>
        </p:nvSpPr>
        <p:spPr>
          <a:xfrm>
            <a:off x="9710737" y="66103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1" name="object 561"/>
          <p:cNvSpPr/>
          <p:nvPr/>
        </p:nvSpPr>
        <p:spPr>
          <a:xfrm>
            <a:off x="8743949" y="6615112"/>
            <a:ext cx="971549" cy="0"/>
          </a:xfrm>
          <a:custGeom>
            <a:avLst/>
            <a:gdLst/>
            <a:ahLst/>
            <a:cxnLst/>
            <a:rect b="b" l="l" r="r" t="t"/>
            <a:pathLst>
              <a:path h="0" w="971549">
                <a:moveTo>
                  <a:pt x="0" y="0"/>
                </a:moveTo>
                <a:lnTo>
                  <a:pt x="9715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2" name="object 562"/>
          <p:cNvSpPr/>
          <p:nvPr/>
        </p:nvSpPr>
        <p:spPr>
          <a:xfrm>
            <a:off x="10901362" y="66103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3" name="object 563"/>
          <p:cNvSpPr/>
          <p:nvPr/>
        </p:nvSpPr>
        <p:spPr>
          <a:xfrm>
            <a:off x="9715499" y="6615112"/>
            <a:ext cx="1190624" cy="0"/>
          </a:xfrm>
          <a:custGeom>
            <a:avLst/>
            <a:gdLst/>
            <a:ahLst/>
            <a:cxnLst/>
            <a:rect b="b" l="l" r="r" t="t"/>
            <a:pathLst>
              <a:path h="0" w="1190624">
                <a:moveTo>
                  <a:pt x="0" y="0"/>
                </a:moveTo>
                <a:lnTo>
                  <a:pt x="119062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4" name="object 564"/>
          <p:cNvSpPr/>
          <p:nvPr/>
        </p:nvSpPr>
        <p:spPr>
          <a:xfrm>
            <a:off x="10906124" y="6615112"/>
            <a:ext cx="1142999" cy="0"/>
          </a:xfrm>
          <a:custGeom>
            <a:avLst/>
            <a:gdLst/>
            <a:ahLst/>
            <a:cxnLst/>
            <a:rect b="b" l="l" r="r" t="t"/>
            <a:pathLst>
              <a:path h="0" w="1142999">
                <a:moveTo>
                  <a:pt x="0" y="0"/>
                </a:moveTo>
                <a:lnTo>
                  <a:pt x="11429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5" name="object 565"/>
          <p:cNvSpPr/>
          <p:nvPr/>
        </p:nvSpPr>
        <p:spPr>
          <a:xfrm>
            <a:off x="3829049" y="2343149"/>
            <a:ext cx="3362324" cy="2686049"/>
          </a:xfrm>
          <a:custGeom>
            <a:avLst/>
            <a:gdLst/>
            <a:ahLst/>
            <a:cxnLst/>
            <a:rect b="b" l="l" r="r" t="t"/>
            <a:pathLst>
              <a:path h="2686049" w="3362324">
                <a:moveTo>
                  <a:pt x="0" y="0"/>
                </a:moveTo>
                <a:lnTo>
                  <a:pt x="3362324" y="0"/>
                </a:lnTo>
                <a:lnTo>
                  <a:pt x="3362324" y="2686049"/>
                </a:lnTo>
                <a:lnTo>
                  <a:pt x="0" y="268604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6" name="object 566"/>
          <p:cNvSpPr/>
          <p:nvPr/>
        </p:nvSpPr>
        <p:spPr>
          <a:xfrm>
            <a:off x="3833812" y="2347912"/>
            <a:ext cx="3352799" cy="2676524"/>
          </a:xfrm>
          <a:custGeom>
            <a:avLst/>
            <a:gdLst/>
            <a:ahLst/>
            <a:cxnLst/>
            <a:rect b="b" l="l" r="r" t="t"/>
            <a:pathLst>
              <a:path h="2676524" w="3352799">
                <a:moveTo>
                  <a:pt x="0" y="0"/>
                </a:moveTo>
                <a:lnTo>
                  <a:pt x="3352799" y="0"/>
                </a:lnTo>
                <a:lnTo>
                  <a:pt x="3352799" y="2676524"/>
                </a:lnTo>
                <a:lnTo>
                  <a:pt x="0" y="267652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7" name="object 567"/>
          <p:cNvSpPr/>
          <p:nvPr/>
        </p:nvSpPr>
        <p:spPr>
          <a:xfrm>
            <a:off x="5522078" y="2840464"/>
            <a:ext cx="776486" cy="1546019"/>
          </a:xfrm>
          <a:custGeom>
            <a:avLst/>
            <a:gdLst/>
            <a:ahLst/>
            <a:cxnLst/>
            <a:rect b="b" l="l" r="r" t="t"/>
            <a:pathLst>
              <a:path h="1546019" w="776486">
                <a:moveTo>
                  <a:pt x="85517" y="4723"/>
                </a:moveTo>
                <a:lnTo>
                  <a:pt x="123271" y="9847"/>
                </a:lnTo>
                <a:lnTo>
                  <a:pt x="169987" y="18834"/>
                </a:lnTo>
                <a:lnTo>
                  <a:pt x="206949" y="28086"/>
                </a:lnTo>
                <a:lnTo>
                  <a:pt x="252387" y="42162"/>
                </a:lnTo>
                <a:lnTo>
                  <a:pt x="296880" y="58995"/>
                </a:lnTo>
                <a:lnTo>
                  <a:pt x="331718" y="74421"/>
                </a:lnTo>
                <a:lnTo>
                  <a:pt x="374088" y="96053"/>
                </a:lnTo>
                <a:lnTo>
                  <a:pt x="407016" y="115223"/>
                </a:lnTo>
                <a:lnTo>
                  <a:pt x="446744" y="141386"/>
                </a:lnTo>
                <a:lnTo>
                  <a:pt x="484795" y="169934"/>
                </a:lnTo>
                <a:lnTo>
                  <a:pt x="513965" y="194445"/>
                </a:lnTo>
                <a:lnTo>
                  <a:pt x="548643" y="227012"/>
                </a:lnTo>
                <a:lnTo>
                  <a:pt x="574937" y="254587"/>
                </a:lnTo>
                <a:lnTo>
                  <a:pt x="605816" y="290771"/>
                </a:lnTo>
                <a:lnTo>
                  <a:pt x="634421" y="328779"/>
                </a:lnTo>
                <a:lnTo>
                  <a:pt x="655619" y="360439"/>
                </a:lnTo>
                <a:lnTo>
                  <a:pt x="679867" y="401368"/>
                </a:lnTo>
                <a:lnTo>
                  <a:pt x="697449" y="435171"/>
                </a:lnTo>
                <a:lnTo>
                  <a:pt x="717040" y="478518"/>
                </a:lnTo>
                <a:lnTo>
                  <a:pt x="733941" y="522985"/>
                </a:lnTo>
                <a:lnTo>
                  <a:pt x="745492" y="559292"/>
                </a:lnTo>
                <a:lnTo>
                  <a:pt x="757394" y="605352"/>
                </a:lnTo>
                <a:lnTo>
                  <a:pt x="764877" y="642712"/>
                </a:lnTo>
                <a:lnTo>
                  <a:pt x="771633" y="689798"/>
                </a:lnTo>
                <a:lnTo>
                  <a:pt x="775493" y="737205"/>
                </a:lnTo>
                <a:lnTo>
                  <a:pt x="776486" y="775273"/>
                </a:lnTo>
                <a:lnTo>
                  <a:pt x="776402" y="787970"/>
                </a:lnTo>
                <a:lnTo>
                  <a:pt x="774240" y="835523"/>
                </a:lnTo>
                <a:lnTo>
                  <a:pt x="769171" y="882822"/>
                </a:lnTo>
                <a:lnTo>
                  <a:pt x="763030" y="920425"/>
                </a:lnTo>
                <a:lnTo>
                  <a:pt x="752783" y="966881"/>
                </a:lnTo>
                <a:lnTo>
                  <a:pt x="742537" y="1003579"/>
                </a:lnTo>
                <a:lnTo>
                  <a:pt x="727238" y="1048621"/>
                </a:lnTo>
                <a:lnTo>
                  <a:pt x="709209" y="1092642"/>
                </a:lnTo>
                <a:lnTo>
                  <a:pt x="692847" y="1127051"/>
                </a:lnTo>
                <a:lnTo>
                  <a:pt x="670079" y="1168821"/>
                </a:lnTo>
                <a:lnTo>
                  <a:pt x="650026" y="1201219"/>
                </a:lnTo>
                <a:lnTo>
                  <a:pt x="622800" y="1240225"/>
                </a:lnTo>
                <a:lnTo>
                  <a:pt x="593234" y="1277492"/>
                </a:lnTo>
                <a:lnTo>
                  <a:pt x="567944" y="1305989"/>
                </a:lnTo>
                <a:lnTo>
                  <a:pt x="534452" y="1339775"/>
                </a:lnTo>
                <a:lnTo>
                  <a:pt x="506177" y="1365314"/>
                </a:lnTo>
                <a:lnTo>
                  <a:pt x="469172" y="1395204"/>
                </a:lnTo>
                <a:lnTo>
                  <a:pt x="430404" y="1422772"/>
                </a:lnTo>
                <a:lnTo>
                  <a:pt x="398184" y="1443107"/>
                </a:lnTo>
                <a:lnTo>
                  <a:pt x="356614" y="1466240"/>
                </a:lnTo>
                <a:lnTo>
                  <a:pt x="322349" y="1482903"/>
                </a:lnTo>
                <a:lnTo>
                  <a:pt x="278489" y="1501316"/>
                </a:lnTo>
                <a:lnTo>
                  <a:pt x="233581" y="1517008"/>
                </a:lnTo>
                <a:lnTo>
                  <a:pt x="196975" y="1527575"/>
                </a:lnTo>
                <a:lnTo>
                  <a:pt x="150611" y="1538228"/>
                </a:lnTo>
                <a:lnTo>
                  <a:pt x="113062" y="1544699"/>
                </a:lnTo>
                <a:lnTo>
                  <a:pt x="103692" y="1546019"/>
                </a:lnTo>
                <a:lnTo>
                  <a:pt x="0" y="776487"/>
                </a:lnTo>
                <a:lnTo>
                  <a:pt x="0" y="0"/>
                </a:lnTo>
                <a:lnTo>
                  <a:pt x="12709" y="103"/>
                </a:lnTo>
                <a:lnTo>
                  <a:pt x="50777" y="1661"/>
                </a:lnTo>
                <a:lnTo>
                  <a:pt x="85517" y="4723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8" name="object 568"/>
          <p:cNvSpPr/>
          <p:nvPr/>
        </p:nvSpPr>
        <p:spPr>
          <a:xfrm>
            <a:off x="4745591" y="2840464"/>
            <a:ext cx="880180" cy="1552974"/>
          </a:xfrm>
          <a:custGeom>
            <a:avLst/>
            <a:gdLst/>
            <a:ahLst/>
            <a:cxnLst/>
            <a:rect b="b" l="l" r="r" t="t"/>
            <a:pathLst>
              <a:path h="1552974" w="880180">
                <a:moveTo>
                  <a:pt x="774850" y="1"/>
                </a:moveTo>
                <a:lnTo>
                  <a:pt x="776487" y="0"/>
                </a:lnTo>
                <a:lnTo>
                  <a:pt x="776487" y="776487"/>
                </a:lnTo>
                <a:lnTo>
                  <a:pt x="880180" y="1546019"/>
                </a:lnTo>
                <a:lnTo>
                  <a:pt x="842307" y="1550180"/>
                </a:lnTo>
                <a:lnTo>
                  <a:pt x="802641" y="1552534"/>
                </a:lnTo>
                <a:lnTo>
                  <a:pt x="775611" y="1552974"/>
                </a:lnTo>
                <a:lnTo>
                  <a:pt x="762912" y="1552856"/>
                </a:lnTo>
                <a:lnTo>
                  <a:pt x="723206" y="1551144"/>
                </a:lnTo>
                <a:lnTo>
                  <a:pt x="683646" y="1547404"/>
                </a:lnTo>
                <a:lnTo>
                  <a:pt x="644329" y="1541645"/>
                </a:lnTo>
                <a:lnTo>
                  <a:pt x="605358" y="1533882"/>
                </a:lnTo>
                <a:lnTo>
                  <a:pt x="566836" y="1524136"/>
                </a:lnTo>
                <a:lnTo>
                  <a:pt x="528862" y="1512432"/>
                </a:lnTo>
                <a:lnTo>
                  <a:pt x="491537" y="1498800"/>
                </a:lnTo>
                <a:lnTo>
                  <a:pt x="454958" y="1483277"/>
                </a:lnTo>
                <a:lnTo>
                  <a:pt x="419221" y="1465903"/>
                </a:lnTo>
                <a:lnTo>
                  <a:pt x="384420" y="1446723"/>
                </a:lnTo>
                <a:lnTo>
                  <a:pt x="350645" y="1425788"/>
                </a:lnTo>
                <a:lnTo>
                  <a:pt x="317986" y="1403153"/>
                </a:lnTo>
                <a:lnTo>
                  <a:pt x="286528" y="1378876"/>
                </a:lnTo>
                <a:lnTo>
                  <a:pt x="256352" y="1353022"/>
                </a:lnTo>
                <a:lnTo>
                  <a:pt x="227539" y="1325658"/>
                </a:lnTo>
                <a:lnTo>
                  <a:pt x="200163" y="1296856"/>
                </a:lnTo>
                <a:lnTo>
                  <a:pt x="174297" y="1266691"/>
                </a:lnTo>
                <a:lnTo>
                  <a:pt x="150008" y="1235243"/>
                </a:lnTo>
                <a:lnTo>
                  <a:pt x="127359" y="1202593"/>
                </a:lnTo>
                <a:lnTo>
                  <a:pt x="106410" y="1168827"/>
                </a:lnTo>
                <a:lnTo>
                  <a:pt x="87217" y="1134033"/>
                </a:lnTo>
                <a:lnTo>
                  <a:pt x="69828" y="1098303"/>
                </a:lnTo>
                <a:lnTo>
                  <a:pt x="54290" y="1061731"/>
                </a:lnTo>
                <a:lnTo>
                  <a:pt x="40643" y="1024411"/>
                </a:lnTo>
                <a:lnTo>
                  <a:pt x="28923" y="986442"/>
                </a:lnTo>
                <a:lnTo>
                  <a:pt x="19161" y="947924"/>
                </a:lnTo>
                <a:lnTo>
                  <a:pt x="11382" y="908956"/>
                </a:lnTo>
                <a:lnTo>
                  <a:pt x="5607" y="869641"/>
                </a:lnTo>
                <a:lnTo>
                  <a:pt x="1851" y="830083"/>
                </a:lnTo>
                <a:lnTo>
                  <a:pt x="124" y="790384"/>
                </a:lnTo>
                <a:lnTo>
                  <a:pt x="0" y="776048"/>
                </a:lnTo>
                <a:lnTo>
                  <a:pt x="110" y="763350"/>
                </a:lnTo>
                <a:lnTo>
                  <a:pt x="1799" y="723646"/>
                </a:lnTo>
                <a:lnTo>
                  <a:pt x="5517" y="684083"/>
                </a:lnTo>
                <a:lnTo>
                  <a:pt x="11254" y="644763"/>
                </a:lnTo>
                <a:lnTo>
                  <a:pt x="18994" y="605788"/>
                </a:lnTo>
                <a:lnTo>
                  <a:pt x="28719" y="567260"/>
                </a:lnTo>
                <a:lnTo>
                  <a:pt x="40402" y="529280"/>
                </a:lnTo>
                <a:lnTo>
                  <a:pt x="54012" y="491947"/>
                </a:lnTo>
                <a:lnTo>
                  <a:pt x="69514" y="455359"/>
                </a:lnTo>
                <a:lnTo>
                  <a:pt x="86868" y="419612"/>
                </a:lnTo>
                <a:lnTo>
                  <a:pt x="106028" y="384800"/>
                </a:lnTo>
                <a:lnTo>
                  <a:pt x="126944" y="351014"/>
                </a:lnTo>
                <a:lnTo>
                  <a:pt x="149561" y="318342"/>
                </a:lnTo>
                <a:lnTo>
                  <a:pt x="173820" y="286870"/>
                </a:lnTo>
                <a:lnTo>
                  <a:pt x="199657" y="256680"/>
                </a:lnTo>
                <a:lnTo>
                  <a:pt x="227004" y="227851"/>
                </a:lnTo>
                <a:lnTo>
                  <a:pt x="255791" y="200459"/>
                </a:lnTo>
                <a:lnTo>
                  <a:pt x="285941" y="174575"/>
                </a:lnTo>
                <a:lnTo>
                  <a:pt x="317376" y="150268"/>
                </a:lnTo>
                <a:lnTo>
                  <a:pt x="350013" y="127601"/>
                </a:lnTo>
                <a:lnTo>
                  <a:pt x="383767" y="106633"/>
                </a:lnTo>
                <a:lnTo>
                  <a:pt x="418549" y="87420"/>
                </a:lnTo>
                <a:lnTo>
                  <a:pt x="454269" y="70011"/>
                </a:lnTo>
                <a:lnTo>
                  <a:pt x="490833" y="54452"/>
                </a:lnTo>
                <a:lnTo>
                  <a:pt x="528145" y="40784"/>
                </a:lnTo>
                <a:lnTo>
                  <a:pt x="566107" y="29042"/>
                </a:lnTo>
                <a:lnTo>
                  <a:pt x="604620" y="19259"/>
                </a:lnTo>
                <a:lnTo>
                  <a:pt x="643583" y="11458"/>
                </a:lnTo>
                <a:lnTo>
                  <a:pt x="682895" y="5661"/>
                </a:lnTo>
                <a:lnTo>
                  <a:pt x="722451" y="1882"/>
                </a:lnTo>
                <a:lnTo>
                  <a:pt x="762149" y="132"/>
                </a:lnTo>
                <a:lnTo>
                  <a:pt x="774850" y="1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9" name="object 569"/>
          <p:cNvSpPr/>
          <p:nvPr/>
        </p:nvSpPr>
        <p:spPr>
          <a:xfrm>
            <a:off x="6065707" y="2978926"/>
            <a:ext cx="167271" cy="56713"/>
          </a:xfrm>
          <a:custGeom>
            <a:avLst/>
            <a:gdLst/>
            <a:ahLst/>
            <a:cxnLst/>
            <a:rect b="b" l="l" r="r" t="t"/>
            <a:pathLst>
              <a:path h="56713" w="167271">
                <a:moveTo>
                  <a:pt x="0" y="56713"/>
                </a:moveTo>
                <a:lnTo>
                  <a:pt x="53036" y="0"/>
                </a:lnTo>
                <a:lnTo>
                  <a:pt x="167271" y="0"/>
                </a:lnTo>
              </a:path>
            </a:pathLst>
          </a:custGeom>
          <a:ln w="9519">
            <a:solidFill>
              <a:srgbClr val="605D5C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0" name="object 570"/>
          <p:cNvSpPr/>
          <p:nvPr/>
        </p:nvSpPr>
        <p:spPr>
          <a:xfrm>
            <a:off x="4855212" y="4233340"/>
            <a:ext cx="163357" cy="60135"/>
          </a:xfrm>
          <a:custGeom>
            <a:avLst/>
            <a:gdLst/>
            <a:ahLst/>
            <a:cxnLst/>
            <a:rect b="b" l="l" r="r" t="t"/>
            <a:pathLst>
              <a:path h="60135" w="163357">
                <a:moveTo>
                  <a:pt x="163357" y="0"/>
                </a:moveTo>
                <a:lnTo>
                  <a:pt x="114234" y="60135"/>
                </a:lnTo>
                <a:lnTo>
                  <a:pt x="0" y="60135"/>
                </a:lnTo>
              </a:path>
            </a:pathLst>
          </a:custGeom>
          <a:ln w="9519">
            <a:solidFill>
              <a:srgbClr val="605D5C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1" name="object 571"/>
          <p:cNvSpPr/>
          <p:nvPr/>
        </p:nvSpPr>
        <p:spPr>
          <a:xfrm>
            <a:off x="4744341" y="4779493"/>
            <a:ext cx="93476" cy="93476"/>
          </a:xfrm>
          <a:custGeom>
            <a:avLst/>
            <a:gdLst/>
            <a:ahLst/>
            <a:cxnLst/>
            <a:rect b="b" l="l" r="r" t="t"/>
            <a:pathLst>
              <a:path h="93476" w="93476">
                <a:moveTo>
                  <a:pt x="0" y="46738"/>
                </a:moveTo>
                <a:lnTo>
                  <a:pt x="0" y="40540"/>
                </a:lnTo>
                <a:lnTo>
                  <a:pt x="1185" y="34578"/>
                </a:lnTo>
                <a:lnTo>
                  <a:pt x="3557" y="28852"/>
                </a:lnTo>
                <a:lnTo>
                  <a:pt x="5929" y="23126"/>
                </a:lnTo>
                <a:lnTo>
                  <a:pt x="9306" y="18071"/>
                </a:lnTo>
                <a:lnTo>
                  <a:pt x="13689" y="13689"/>
                </a:lnTo>
                <a:lnTo>
                  <a:pt x="18071" y="9306"/>
                </a:lnTo>
                <a:lnTo>
                  <a:pt x="23126" y="5929"/>
                </a:lnTo>
                <a:lnTo>
                  <a:pt x="28852" y="3557"/>
                </a:lnTo>
                <a:lnTo>
                  <a:pt x="34578" y="1185"/>
                </a:lnTo>
                <a:lnTo>
                  <a:pt x="40540" y="0"/>
                </a:lnTo>
                <a:lnTo>
                  <a:pt x="52936" y="0"/>
                </a:lnTo>
                <a:lnTo>
                  <a:pt x="58898" y="1185"/>
                </a:lnTo>
                <a:lnTo>
                  <a:pt x="64624" y="3557"/>
                </a:lnTo>
                <a:lnTo>
                  <a:pt x="70350" y="5929"/>
                </a:lnTo>
                <a:lnTo>
                  <a:pt x="75404" y="9306"/>
                </a:lnTo>
                <a:lnTo>
                  <a:pt x="79787" y="13689"/>
                </a:lnTo>
                <a:lnTo>
                  <a:pt x="84169" y="18071"/>
                </a:lnTo>
                <a:lnTo>
                  <a:pt x="87546" y="23126"/>
                </a:lnTo>
                <a:lnTo>
                  <a:pt x="89918" y="28852"/>
                </a:lnTo>
                <a:lnTo>
                  <a:pt x="92290" y="34578"/>
                </a:lnTo>
                <a:lnTo>
                  <a:pt x="93476" y="40540"/>
                </a:lnTo>
                <a:lnTo>
                  <a:pt x="93476" y="52936"/>
                </a:lnTo>
                <a:lnTo>
                  <a:pt x="92290" y="58898"/>
                </a:lnTo>
                <a:lnTo>
                  <a:pt x="89918" y="64624"/>
                </a:lnTo>
                <a:lnTo>
                  <a:pt x="87546" y="70350"/>
                </a:lnTo>
                <a:lnTo>
                  <a:pt x="84169" y="75404"/>
                </a:lnTo>
                <a:lnTo>
                  <a:pt x="79787" y="79787"/>
                </a:lnTo>
                <a:lnTo>
                  <a:pt x="75404" y="84169"/>
                </a:lnTo>
                <a:lnTo>
                  <a:pt x="70350" y="87546"/>
                </a:lnTo>
                <a:lnTo>
                  <a:pt x="64624" y="89918"/>
                </a:lnTo>
                <a:lnTo>
                  <a:pt x="58898" y="92290"/>
                </a:lnTo>
                <a:lnTo>
                  <a:pt x="52936" y="93476"/>
                </a:lnTo>
                <a:lnTo>
                  <a:pt x="40540" y="93476"/>
                </a:lnTo>
                <a:lnTo>
                  <a:pt x="34578" y="92290"/>
                </a:lnTo>
                <a:lnTo>
                  <a:pt x="28852" y="89918"/>
                </a:lnTo>
                <a:lnTo>
                  <a:pt x="23126" y="87546"/>
                </a:lnTo>
                <a:lnTo>
                  <a:pt x="18071" y="84169"/>
                </a:lnTo>
                <a:lnTo>
                  <a:pt x="13689" y="79787"/>
                </a:lnTo>
                <a:lnTo>
                  <a:pt x="9306" y="75404"/>
                </a:lnTo>
                <a:lnTo>
                  <a:pt x="5929" y="70350"/>
                </a:lnTo>
                <a:lnTo>
                  <a:pt x="3557" y="64624"/>
                </a:lnTo>
                <a:lnTo>
                  <a:pt x="1185" y="58898"/>
                </a:lnTo>
                <a:lnTo>
                  <a:pt x="0" y="52936"/>
                </a:lnTo>
                <a:lnTo>
                  <a:pt x="0" y="46738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2" name="object 572"/>
          <p:cNvSpPr/>
          <p:nvPr/>
        </p:nvSpPr>
        <p:spPr>
          <a:xfrm>
            <a:off x="5411091" y="4779493"/>
            <a:ext cx="93476" cy="93476"/>
          </a:xfrm>
          <a:custGeom>
            <a:avLst/>
            <a:gdLst/>
            <a:ahLst/>
            <a:cxnLst/>
            <a:rect b="b" l="l" r="r" t="t"/>
            <a:pathLst>
              <a:path h="93476" w="93476">
                <a:moveTo>
                  <a:pt x="0" y="46738"/>
                </a:moveTo>
                <a:lnTo>
                  <a:pt x="0" y="40540"/>
                </a:lnTo>
                <a:lnTo>
                  <a:pt x="1185" y="34578"/>
                </a:lnTo>
                <a:lnTo>
                  <a:pt x="3557" y="28852"/>
                </a:lnTo>
                <a:lnTo>
                  <a:pt x="5929" y="23126"/>
                </a:lnTo>
                <a:lnTo>
                  <a:pt x="9306" y="18071"/>
                </a:lnTo>
                <a:lnTo>
                  <a:pt x="13689" y="13689"/>
                </a:lnTo>
                <a:lnTo>
                  <a:pt x="18071" y="9306"/>
                </a:lnTo>
                <a:lnTo>
                  <a:pt x="23126" y="5929"/>
                </a:lnTo>
                <a:lnTo>
                  <a:pt x="28852" y="3557"/>
                </a:lnTo>
                <a:lnTo>
                  <a:pt x="34578" y="1185"/>
                </a:lnTo>
                <a:lnTo>
                  <a:pt x="40540" y="0"/>
                </a:lnTo>
                <a:lnTo>
                  <a:pt x="52936" y="0"/>
                </a:lnTo>
                <a:lnTo>
                  <a:pt x="58898" y="1185"/>
                </a:lnTo>
                <a:lnTo>
                  <a:pt x="64624" y="3557"/>
                </a:lnTo>
                <a:lnTo>
                  <a:pt x="70350" y="5929"/>
                </a:lnTo>
                <a:lnTo>
                  <a:pt x="75404" y="9306"/>
                </a:lnTo>
                <a:lnTo>
                  <a:pt x="79787" y="13689"/>
                </a:lnTo>
                <a:lnTo>
                  <a:pt x="84169" y="18071"/>
                </a:lnTo>
                <a:lnTo>
                  <a:pt x="87546" y="23126"/>
                </a:lnTo>
                <a:lnTo>
                  <a:pt x="89918" y="28852"/>
                </a:lnTo>
                <a:lnTo>
                  <a:pt x="92290" y="34578"/>
                </a:lnTo>
                <a:lnTo>
                  <a:pt x="93476" y="40540"/>
                </a:lnTo>
                <a:lnTo>
                  <a:pt x="93476" y="52936"/>
                </a:lnTo>
                <a:lnTo>
                  <a:pt x="92290" y="58898"/>
                </a:lnTo>
                <a:lnTo>
                  <a:pt x="89918" y="64624"/>
                </a:lnTo>
                <a:lnTo>
                  <a:pt x="87546" y="70350"/>
                </a:lnTo>
                <a:lnTo>
                  <a:pt x="84169" y="75404"/>
                </a:lnTo>
                <a:lnTo>
                  <a:pt x="79787" y="79787"/>
                </a:lnTo>
                <a:lnTo>
                  <a:pt x="75404" y="84169"/>
                </a:lnTo>
                <a:lnTo>
                  <a:pt x="70350" y="87546"/>
                </a:lnTo>
                <a:lnTo>
                  <a:pt x="64624" y="89918"/>
                </a:lnTo>
                <a:lnTo>
                  <a:pt x="58898" y="92290"/>
                </a:lnTo>
                <a:lnTo>
                  <a:pt x="52936" y="93476"/>
                </a:lnTo>
                <a:lnTo>
                  <a:pt x="40540" y="93476"/>
                </a:lnTo>
                <a:lnTo>
                  <a:pt x="34578" y="92290"/>
                </a:lnTo>
                <a:lnTo>
                  <a:pt x="28852" y="89918"/>
                </a:lnTo>
                <a:lnTo>
                  <a:pt x="23126" y="87546"/>
                </a:lnTo>
                <a:lnTo>
                  <a:pt x="18071" y="84169"/>
                </a:lnTo>
                <a:lnTo>
                  <a:pt x="13689" y="79787"/>
                </a:lnTo>
                <a:lnTo>
                  <a:pt x="9306" y="75404"/>
                </a:lnTo>
                <a:lnTo>
                  <a:pt x="5929" y="70350"/>
                </a:lnTo>
                <a:lnTo>
                  <a:pt x="3557" y="64624"/>
                </a:lnTo>
                <a:lnTo>
                  <a:pt x="1185" y="58898"/>
                </a:lnTo>
                <a:lnTo>
                  <a:pt x="0" y="52936"/>
                </a:lnTo>
                <a:lnTo>
                  <a:pt x="0" y="46738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3" name="object 573"/>
          <p:cNvSpPr/>
          <p:nvPr/>
        </p:nvSpPr>
        <p:spPr>
          <a:xfrm>
            <a:off x="7191374" y="2343149"/>
            <a:ext cx="3314699" cy="2686049"/>
          </a:xfrm>
          <a:custGeom>
            <a:avLst/>
            <a:gdLst/>
            <a:ahLst/>
            <a:cxnLst/>
            <a:rect b="b" l="l" r="r" t="t"/>
            <a:pathLst>
              <a:path h="2686049" w="3314699">
                <a:moveTo>
                  <a:pt x="0" y="0"/>
                </a:moveTo>
                <a:lnTo>
                  <a:pt x="3314699" y="0"/>
                </a:lnTo>
                <a:lnTo>
                  <a:pt x="3314699" y="2686049"/>
                </a:lnTo>
                <a:lnTo>
                  <a:pt x="0" y="268604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4" name="object 574"/>
          <p:cNvSpPr/>
          <p:nvPr/>
        </p:nvSpPr>
        <p:spPr>
          <a:xfrm>
            <a:off x="7196137" y="2347912"/>
            <a:ext cx="3305174" cy="2676524"/>
          </a:xfrm>
          <a:custGeom>
            <a:avLst/>
            <a:gdLst/>
            <a:ahLst/>
            <a:cxnLst/>
            <a:rect b="b" l="l" r="r" t="t"/>
            <a:pathLst>
              <a:path h="2676524" w="3305174">
                <a:moveTo>
                  <a:pt x="0" y="0"/>
                </a:moveTo>
                <a:lnTo>
                  <a:pt x="3305174" y="0"/>
                </a:lnTo>
                <a:lnTo>
                  <a:pt x="3305174" y="2676524"/>
                </a:lnTo>
                <a:lnTo>
                  <a:pt x="0" y="267652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5" name="object 575"/>
          <p:cNvSpPr/>
          <p:nvPr/>
        </p:nvSpPr>
        <p:spPr>
          <a:xfrm>
            <a:off x="8179117" y="45796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6" name="object 576"/>
          <p:cNvSpPr/>
          <p:nvPr/>
        </p:nvSpPr>
        <p:spPr>
          <a:xfrm>
            <a:off x="8179117" y="45319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7" name="object 577"/>
          <p:cNvSpPr/>
          <p:nvPr/>
        </p:nvSpPr>
        <p:spPr>
          <a:xfrm>
            <a:off x="8179117" y="44843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8" name="object 578"/>
          <p:cNvSpPr/>
          <p:nvPr/>
        </p:nvSpPr>
        <p:spPr>
          <a:xfrm>
            <a:off x="8179117" y="44367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9" name="object 579"/>
          <p:cNvSpPr/>
          <p:nvPr/>
        </p:nvSpPr>
        <p:spPr>
          <a:xfrm>
            <a:off x="8179117" y="43891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0" name="object 580"/>
          <p:cNvSpPr/>
          <p:nvPr/>
        </p:nvSpPr>
        <p:spPr>
          <a:xfrm>
            <a:off x="8179117" y="43414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1" name="object 581"/>
          <p:cNvSpPr/>
          <p:nvPr/>
        </p:nvSpPr>
        <p:spPr>
          <a:xfrm>
            <a:off x="8179117" y="42938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2" name="object 582"/>
          <p:cNvSpPr/>
          <p:nvPr/>
        </p:nvSpPr>
        <p:spPr>
          <a:xfrm>
            <a:off x="8179117" y="42462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3" name="object 583"/>
          <p:cNvSpPr/>
          <p:nvPr/>
        </p:nvSpPr>
        <p:spPr>
          <a:xfrm>
            <a:off x="8179117" y="41986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4" name="object 584"/>
          <p:cNvSpPr/>
          <p:nvPr/>
        </p:nvSpPr>
        <p:spPr>
          <a:xfrm>
            <a:off x="8179117" y="41509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5" name="object 585"/>
          <p:cNvSpPr/>
          <p:nvPr/>
        </p:nvSpPr>
        <p:spPr>
          <a:xfrm>
            <a:off x="8179117" y="41033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6" name="object 586"/>
          <p:cNvSpPr/>
          <p:nvPr/>
        </p:nvSpPr>
        <p:spPr>
          <a:xfrm>
            <a:off x="8179117" y="40557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7" name="object 587"/>
          <p:cNvSpPr/>
          <p:nvPr/>
        </p:nvSpPr>
        <p:spPr>
          <a:xfrm>
            <a:off x="8179117" y="40081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8" name="object 588"/>
          <p:cNvSpPr/>
          <p:nvPr/>
        </p:nvSpPr>
        <p:spPr>
          <a:xfrm>
            <a:off x="8179117" y="39604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9" name="object 589"/>
          <p:cNvSpPr/>
          <p:nvPr/>
        </p:nvSpPr>
        <p:spPr>
          <a:xfrm>
            <a:off x="8179117" y="39128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0" name="object 590"/>
          <p:cNvSpPr/>
          <p:nvPr/>
        </p:nvSpPr>
        <p:spPr>
          <a:xfrm>
            <a:off x="8179117" y="38652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1" name="object 591"/>
          <p:cNvSpPr/>
          <p:nvPr/>
        </p:nvSpPr>
        <p:spPr>
          <a:xfrm>
            <a:off x="8179117" y="38176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2" name="object 592"/>
          <p:cNvSpPr/>
          <p:nvPr/>
        </p:nvSpPr>
        <p:spPr>
          <a:xfrm>
            <a:off x="8179117" y="37699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3" name="object 593"/>
          <p:cNvSpPr/>
          <p:nvPr/>
        </p:nvSpPr>
        <p:spPr>
          <a:xfrm>
            <a:off x="8179117" y="37223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4" name="object 594"/>
          <p:cNvSpPr/>
          <p:nvPr/>
        </p:nvSpPr>
        <p:spPr>
          <a:xfrm>
            <a:off x="8179117" y="36747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5" name="object 595"/>
          <p:cNvSpPr/>
          <p:nvPr/>
        </p:nvSpPr>
        <p:spPr>
          <a:xfrm>
            <a:off x="8179117" y="36271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6" name="object 596"/>
          <p:cNvSpPr/>
          <p:nvPr/>
        </p:nvSpPr>
        <p:spPr>
          <a:xfrm>
            <a:off x="8179117" y="35794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30"/>
                </a:lnTo>
                <a:lnTo>
                  <a:pt x="6894" y="0"/>
                </a:lnTo>
                <a:lnTo>
                  <a:pt x="12155" y="0"/>
                </a:lnTo>
                <a:lnTo>
                  <a:pt x="14400" y="930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7" name="object 597"/>
          <p:cNvSpPr/>
          <p:nvPr/>
        </p:nvSpPr>
        <p:spPr>
          <a:xfrm>
            <a:off x="8179117" y="35318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8" name="object 598"/>
          <p:cNvSpPr/>
          <p:nvPr/>
        </p:nvSpPr>
        <p:spPr>
          <a:xfrm>
            <a:off x="8179117" y="34842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9" name="object 599"/>
          <p:cNvSpPr/>
          <p:nvPr/>
        </p:nvSpPr>
        <p:spPr>
          <a:xfrm>
            <a:off x="8179117" y="34366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0" name="object 600"/>
          <p:cNvSpPr/>
          <p:nvPr/>
        </p:nvSpPr>
        <p:spPr>
          <a:xfrm>
            <a:off x="8179117" y="33889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30"/>
                </a:lnTo>
                <a:lnTo>
                  <a:pt x="6894" y="0"/>
                </a:lnTo>
                <a:lnTo>
                  <a:pt x="12155" y="0"/>
                </a:lnTo>
                <a:lnTo>
                  <a:pt x="14400" y="930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1" name="object 601"/>
          <p:cNvSpPr/>
          <p:nvPr/>
        </p:nvSpPr>
        <p:spPr>
          <a:xfrm>
            <a:off x="8179117" y="334137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2" name="object 602"/>
          <p:cNvSpPr/>
          <p:nvPr/>
        </p:nvSpPr>
        <p:spPr>
          <a:xfrm>
            <a:off x="8179117" y="329374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3" name="object 603"/>
          <p:cNvSpPr/>
          <p:nvPr/>
        </p:nvSpPr>
        <p:spPr>
          <a:xfrm>
            <a:off x="8179117" y="324612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4" name="object 604"/>
          <p:cNvSpPr/>
          <p:nvPr/>
        </p:nvSpPr>
        <p:spPr>
          <a:xfrm>
            <a:off x="8179117" y="319849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5" name="object 605"/>
          <p:cNvSpPr/>
          <p:nvPr/>
        </p:nvSpPr>
        <p:spPr>
          <a:xfrm>
            <a:off x="8179117" y="31508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6" name="object 606"/>
          <p:cNvSpPr/>
          <p:nvPr/>
        </p:nvSpPr>
        <p:spPr>
          <a:xfrm>
            <a:off x="8179117" y="310324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7" name="object 607"/>
          <p:cNvSpPr/>
          <p:nvPr/>
        </p:nvSpPr>
        <p:spPr>
          <a:xfrm>
            <a:off x="8179117" y="305562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8" name="object 608"/>
          <p:cNvSpPr/>
          <p:nvPr/>
        </p:nvSpPr>
        <p:spPr>
          <a:xfrm>
            <a:off x="8179117" y="30079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30"/>
                </a:lnTo>
                <a:lnTo>
                  <a:pt x="6894" y="0"/>
                </a:lnTo>
                <a:lnTo>
                  <a:pt x="12155" y="0"/>
                </a:lnTo>
                <a:lnTo>
                  <a:pt x="14400" y="930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9" name="object 609"/>
          <p:cNvSpPr/>
          <p:nvPr/>
        </p:nvSpPr>
        <p:spPr>
          <a:xfrm>
            <a:off x="8179117" y="296037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0" name="object 610"/>
          <p:cNvSpPr/>
          <p:nvPr/>
        </p:nvSpPr>
        <p:spPr>
          <a:xfrm>
            <a:off x="8179117" y="29127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1" name="object 611"/>
          <p:cNvSpPr/>
          <p:nvPr/>
        </p:nvSpPr>
        <p:spPr>
          <a:xfrm>
            <a:off x="8179117" y="286512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2" name="object 612"/>
          <p:cNvSpPr/>
          <p:nvPr/>
        </p:nvSpPr>
        <p:spPr>
          <a:xfrm>
            <a:off x="8179117" y="281749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3" name="object 613"/>
          <p:cNvSpPr/>
          <p:nvPr/>
        </p:nvSpPr>
        <p:spPr>
          <a:xfrm>
            <a:off x="8179117" y="276987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30"/>
                </a:lnTo>
                <a:lnTo>
                  <a:pt x="6894" y="0"/>
                </a:lnTo>
                <a:lnTo>
                  <a:pt x="12155" y="0"/>
                </a:lnTo>
                <a:lnTo>
                  <a:pt x="14400" y="930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4" name="object 614"/>
          <p:cNvSpPr/>
          <p:nvPr/>
        </p:nvSpPr>
        <p:spPr>
          <a:xfrm>
            <a:off x="8179117" y="272224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5" name="object 615"/>
          <p:cNvSpPr/>
          <p:nvPr/>
        </p:nvSpPr>
        <p:spPr>
          <a:xfrm>
            <a:off x="8179117" y="26746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6" name="object 616"/>
          <p:cNvSpPr/>
          <p:nvPr/>
        </p:nvSpPr>
        <p:spPr>
          <a:xfrm>
            <a:off x="8179117" y="262699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7" name="object 617"/>
          <p:cNvSpPr/>
          <p:nvPr/>
        </p:nvSpPr>
        <p:spPr>
          <a:xfrm>
            <a:off x="8179117" y="257937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8" name="object 618"/>
          <p:cNvSpPr/>
          <p:nvPr/>
        </p:nvSpPr>
        <p:spPr>
          <a:xfrm>
            <a:off x="8179117" y="253174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30"/>
                </a:lnTo>
                <a:lnTo>
                  <a:pt x="6894" y="0"/>
                </a:lnTo>
                <a:lnTo>
                  <a:pt x="12155" y="0"/>
                </a:lnTo>
                <a:lnTo>
                  <a:pt x="14400" y="930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9" name="object 619"/>
          <p:cNvSpPr/>
          <p:nvPr/>
        </p:nvSpPr>
        <p:spPr>
          <a:xfrm>
            <a:off x="8179117" y="248412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0" name="object 620"/>
          <p:cNvSpPr/>
          <p:nvPr/>
        </p:nvSpPr>
        <p:spPr>
          <a:xfrm>
            <a:off x="9329390" y="45796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1" name="object 621"/>
          <p:cNvSpPr/>
          <p:nvPr/>
        </p:nvSpPr>
        <p:spPr>
          <a:xfrm>
            <a:off x="9329390" y="45319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2" name="object 622"/>
          <p:cNvSpPr/>
          <p:nvPr/>
        </p:nvSpPr>
        <p:spPr>
          <a:xfrm>
            <a:off x="9329390" y="44843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3" name="object 623"/>
          <p:cNvSpPr/>
          <p:nvPr/>
        </p:nvSpPr>
        <p:spPr>
          <a:xfrm>
            <a:off x="9329390" y="44367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4" name="object 624"/>
          <p:cNvSpPr/>
          <p:nvPr/>
        </p:nvSpPr>
        <p:spPr>
          <a:xfrm>
            <a:off x="9329390" y="43891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5" name="object 625"/>
          <p:cNvSpPr/>
          <p:nvPr/>
        </p:nvSpPr>
        <p:spPr>
          <a:xfrm>
            <a:off x="9329390" y="43414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6" name="object 626"/>
          <p:cNvSpPr/>
          <p:nvPr/>
        </p:nvSpPr>
        <p:spPr>
          <a:xfrm>
            <a:off x="9329390" y="42938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7" name="object 627"/>
          <p:cNvSpPr/>
          <p:nvPr/>
        </p:nvSpPr>
        <p:spPr>
          <a:xfrm>
            <a:off x="9329390" y="42462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8" name="object 628"/>
          <p:cNvSpPr/>
          <p:nvPr/>
        </p:nvSpPr>
        <p:spPr>
          <a:xfrm>
            <a:off x="9329390" y="41986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9" name="object 629"/>
          <p:cNvSpPr/>
          <p:nvPr/>
        </p:nvSpPr>
        <p:spPr>
          <a:xfrm>
            <a:off x="9329390" y="41509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0" name="object 630"/>
          <p:cNvSpPr/>
          <p:nvPr/>
        </p:nvSpPr>
        <p:spPr>
          <a:xfrm>
            <a:off x="9329390" y="41033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1" name="object 631"/>
          <p:cNvSpPr/>
          <p:nvPr/>
        </p:nvSpPr>
        <p:spPr>
          <a:xfrm>
            <a:off x="9329390" y="40557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2" name="object 632"/>
          <p:cNvSpPr/>
          <p:nvPr/>
        </p:nvSpPr>
        <p:spPr>
          <a:xfrm>
            <a:off x="9329390" y="40081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3" name="object 633"/>
          <p:cNvSpPr/>
          <p:nvPr/>
        </p:nvSpPr>
        <p:spPr>
          <a:xfrm>
            <a:off x="9329390" y="39604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4" name="object 634"/>
          <p:cNvSpPr/>
          <p:nvPr/>
        </p:nvSpPr>
        <p:spPr>
          <a:xfrm>
            <a:off x="9329390" y="39128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5" name="object 635"/>
          <p:cNvSpPr/>
          <p:nvPr/>
        </p:nvSpPr>
        <p:spPr>
          <a:xfrm>
            <a:off x="9329390" y="38652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6" name="object 636"/>
          <p:cNvSpPr/>
          <p:nvPr/>
        </p:nvSpPr>
        <p:spPr>
          <a:xfrm>
            <a:off x="9329390" y="38176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7" name="object 637"/>
          <p:cNvSpPr/>
          <p:nvPr/>
        </p:nvSpPr>
        <p:spPr>
          <a:xfrm>
            <a:off x="9329390" y="37699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8" name="object 638"/>
          <p:cNvSpPr/>
          <p:nvPr/>
        </p:nvSpPr>
        <p:spPr>
          <a:xfrm>
            <a:off x="9329390" y="37223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9" name="object 639"/>
          <p:cNvSpPr/>
          <p:nvPr/>
        </p:nvSpPr>
        <p:spPr>
          <a:xfrm>
            <a:off x="9329390" y="36747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0" name="object 640"/>
          <p:cNvSpPr/>
          <p:nvPr/>
        </p:nvSpPr>
        <p:spPr>
          <a:xfrm>
            <a:off x="9329390" y="36271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1" name="object 641"/>
          <p:cNvSpPr/>
          <p:nvPr/>
        </p:nvSpPr>
        <p:spPr>
          <a:xfrm>
            <a:off x="9329390" y="35794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30"/>
                </a:lnTo>
                <a:lnTo>
                  <a:pt x="6894" y="0"/>
                </a:lnTo>
                <a:lnTo>
                  <a:pt x="12155" y="0"/>
                </a:lnTo>
                <a:lnTo>
                  <a:pt x="14400" y="930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2" name="object 642"/>
          <p:cNvSpPr/>
          <p:nvPr/>
        </p:nvSpPr>
        <p:spPr>
          <a:xfrm>
            <a:off x="9329390" y="35318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3" name="object 643"/>
          <p:cNvSpPr/>
          <p:nvPr/>
        </p:nvSpPr>
        <p:spPr>
          <a:xfrm>
            <a:off x="9329390" y="34842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4" name="object 644"/>
          <p:cNvSpPr/>
          <p:nvPr/>
        </p:nvSpPr>
        <p:spPr>
          <a:xfrm>
            <a:off x="9329390" y="34366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5" name="object 645"/>
          <p:cNvSpPr/>
          <p:nvPr/>
        </p:nvSpPr>
        <p:spPr>
          <a:xfrm>
            <a:off x="9329390" y="33889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30"/>
                </a:lnTo>
                <a:lnTo>
                  <a:pt x="6894" y="0"/>
                </a:lnTo>
                <a:lnTo>
                  <a:pt x="12155" y="0"/>
                </a:lnTo>
                <a:lnTo>
                  <a:pt x="14400" y="930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6" name="object 646"/>
          <p:cNvSpPr/>
          <p:nvPr/>
        </p:nvSpPr>
        <p:spPr>
          <a:xfrm>
            <a:off x="9329390" y="334137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7" name="object 647"/>
          <p:cNvSpPr/>
          <p:nvPr/>
        </p:nvSpPr>
        <p:spPr>
          <a:xfrm>
            <a:off x="9329390" y="329374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8" name="object 648"/>
          <p:cNvSpPr/>
          <p:nvPr/>
        </p:nvSpPr>
        <p:spPr>
          <a:xfrm>
            <a:off x="9329390" y="324612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9" name="object 649"/>
          <p:cNvSpPr/>
          <p:nvPr/>
        </p:nvSpPr>
        <p:spPr>
          <a:xfrm>
            <a:off x="9329390" y="319849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0" name="object 650"/>
          <p:cNvSpPr/>
          <p:nvPr/>
        </p:nvSpPr>
        <p:spPr>
          <a:xfrm>
            <a:off x="9329390" y="315086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1" name="object 651"/>
          <p:cNvSpPr/>
          <p:nvPr/>
        </p:nvSpPr>
        <p:spPr>
          <a:xfrm>
            <a:off x="9329390" y="310324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2" name="object 652"/>
          <p:cNvSpPr/>
          <p:nvPr/>
        </p:nvSpPr>
        <p:spPr>
          <a:xfrm>
            <a:off x="9329390" y="305562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3" name="object 653"/>
          <p:cNvSpPr/>
          <p:nvPr/>
        </p:nvSpPr>
        <p:spPr>
          <a:xfrm>
            <a:off x="9329390" y="300799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30"/>
                </a:lnTo>
                <a:lnTo>
                  <a:pt x="6894" y="0"/>
                </a:lnTo>
                <a:lnTo>
                  <a:pt x="12155" y="0"/>
                </a:lnTo>
                <a:lnTo>
                  <a:pt x="14400" y="930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4" name="object 654"/>
          <p:cNvSpPr/>
          <p:nvPr/>
        </p:nvSpPr>
        <p:spPr>
          <a:xfrm>
            <a:off x="9329390" y="296037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5" name="object 655"/>
          <p:cNvSpPr/>
          <p:nvPr/>
        </p:nvSpPr>
        <p:spPr>
          <a:xfrm>
            <a:off x="9329390" y="2912744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6" name="object 656"/>
          <p:cNvSpPr/>
          <p:nvPr/>
        </p:nvSpPr>
        <p:spPr>
          <a:xfrm>
            <a:off x="9329390" y="286512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7" name="object 657"/>
          <p:cNvSpPr/>
          <p:nvPr/>
        </p:nvSpPr>
        <p:spPr>
          <a:xfrm>
            <a:off x="9329390" y="281749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8" name="object 658"/>
          <p:cNvSpPr/>
          <p:nvPr/>
        </p:nvSpPr>
        <p:spPr>
          <a:xfrm>
            <a:off x="9329390" y="276987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30"/>
                </a:lnTo>
                <a:lnTo>
                  <a:pt x="6894" y="0"/>
                </a:lnTo>
                <a:lnTo>
                  <a:pt x="12155" y="0"/>
                </a:lnTo>
                <a:lnTo>
                  <a:pt x="14400" y="930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9" name="object 659"/>
          <p:cNvSpPr/>
          <p:nvPr/>
        </p:nvSpPr>
        <p:spPr>
          <a:xfrm>
            <a:off x="9329390" y="272224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0" name="object 660"/>
          <p:cNvSpPr/>
          <p:nvPr/>
        </p:nvSpPr>
        <p:spPr>
          <a:xfrm>
            <a:off x="9329390" y="2674619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20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20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1" name="object 661"/>
          <p:cNvSpPr/>
          <p:nvPr/>
        </p:nvSpPr>
        <p:spPr>
          <a:xfrm>
            <a:off x="9329390" y="262699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2" name="object 662"/>
          <p:cNvSpPr/>
          <p:nvPr/>
        </p:nvSpPr>
        <p:spPr>
          <a:xfrm>
            <a:off x="9329390" y="257937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3" name="object 663"/>
          <p:cNvSpPr/>
          <p:nvPr/>
        </p:nvSpPr>
        <p:spPr>
          <a:xfrm>
            <a:off x="9329390" y="2531745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30"/>
                </a:lnTo>
                <a:lnTo>
                  <a:pt x="6894" y="0"/>
                </a:lnTo>
                <a:lnTo>
                  <a:pt x="12155" y="0"/>
                </a:lnTo>
                <a:lnTo>
                  <a:pt x="14400" y="930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4" name="object 664"/>
          <p:cNvSpPr/>
          <p:nvPr/>
        </p:nvSpPr>
        <p:spPr>
          <a:xfrm>
            <a:off x="9329390" y="2484120"/>
            <a:ext cx="19049" cy="19049"/>
          </a:xfrm>
          <a:custGeom>
            <a:avLst/>
            <a:gdLst/>
            <a:ahLst/>
            <a:cxnLst/>
            <a:rect b="b" l="l" r="r" t="t"/>
            <a:pathLst>
              <a:path h="19049" w="19049">
                <a:moveTo>
                  <a:pt x="0" y="9524"/>
                </a:moveTo>
                <a:lnTo>
                  <a:pt x="0" y="6894"/>
                </a:lnTo>
                <a:lnTo>
                  <a:pt x="929" y="4649"/>
                </a:lnTo>
                <a:lnTo>
                  <a:pt x="4649" y="929"/>
                </a:lnTo>
                <a:lnTo>
                  <a:pt x="6894" y="0"/>
                </a:lnTo>
                <a:lnTo>
                  <a:pt x="12155" y="0"/>
                </a:lnTo>
                <a:lnTo>
                  <a:pt x="14400" y="929"/>
                </a:lnTo>
                <a:lnTo>
                  <a:pt x="18120" y="4649"/>
                </a:lnTo>
                <a:lnTo>
                  <a:pt x="19049" y="6894"/>
                </a:lnTo>
                <a:lnTo>
                  <a:pt x="19049" y="12155"/>
                </a:lnTo>
                <a:lnTo>
                  <a:pt x="18120" y="14400"/>
                </a:lnTo>
                <a:lnTo>
                  <a:pt x="14400" y="18119"/>
                </a:lnTo>
                <a:lnTo>
                  <a:pt x="12155" y="19049"/>
                </a:lnTo>
                <a:lnTo>
                  <a:pt x="6894" y="19049"/>
                </a:lnTo>
                <a:lnTo>
                  <a:pt x="4649" y="18119"/>
                </a:lnTo>
                <a:lnTo>
                  <a:pt x="929" y="14400"/>
                </a:lnTo>
                <a:lnTo>
                  <a:pt x="0" y="12155"/>
                </a:lnTo>
                <a:lnTo>
                  <a:pt x="0" y="9524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5" name="object 665"/>
          <p:cNvSpPr/>
          <p:nvPr/>
        </p:nvSpPr>
        <p:spPr>
          <a:xfrm>
            <a:off x="8183879" y="2627403"/>
            <a:ext cx="1935908" cy="291399"/>
          </a:xfrm>
          <a:custGeom>
            <a:avLst/>
            <a:gdLst/>
            <a:ahLst/>
            <a:cxnLst/>
            <a:rect b="b" l="l" r="r" t="t"/>
            <a:pathLst>
              <a:path h="291399" w="1935908">
                <a:moveTo>
                  <a:pt x="0" y="0"/>
                </a:moveTo>
                <a:lnTo>
                  <a:pt x="1935908" y="0"/>
                </a:lnTo>
                <a:lnTo>
                  <a:pt x="1935908" y="291399"/>
                </a:lnTo>
                <a:lnTo>
                  <a:pt x="0" y="291399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6" name="object 666"/>
          <p:cNvSpPr/>
          <p:nvPr/>
        </p:nvSpPr>
        <p:spPr>
          <a:xfrm>
            <a:off x="8183879" y="3004661"/>
            <a:ext cx="1755316" cy="291399"/>
          </a:xfrm>
          <a:custGeom>
            <a:avLst/>
            <a:gdLst/>
            <a:ahLst/>
            <a:cxnLst/>
            <a:rect b="b" l="l" r="r" t="t"/>
            <a:pathLst>
              <a:path h="291399" w="1755316">
                <a:moveTo>
                  <a:pt x="0" y="0"/>
                </a:moveTo>
                <a:lnTo>
                  <a:pt x="1755316" y="0"/>
                </a:lnTo>
                <a:lnTo>
                  <a:pt x="1755316" y="291399"/>
                </a:lnTo>
                <a:lnTo>
                  <a:pt x="0" y="291399"/>
                </a:lnTo>
                <a:lnTo>
                  <a:pt x="0" y="0"/>
                </a:lnTo>
                <a:close/>
              </a:path>
            </a:pathLst>
          </a:custGeom>
          <a:solidFill>
            <a:srgbClr val="998F85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7" name="object 667"/>
          <p:cNvSpPr/>
          <p:nvPr/>
        </p:nvSpPr>
        <p:spPr>
          <a:xfrm>
            <a:off x="8183879" y="3381919"/>
            <a:ext cx="537752" cy="291399"/>
          </a:xfrm>
          <a:custGeom>
            <a:avLst/>
            <a:gdLst/>
            <a:ahLst/>
            <a:cxnLst/>
            <a:rect b="b" l="l" r="r" t="t"/>
            <a:pathLst>
              <a:path h="291399" w="537752">
                <a:moveTo>
                  <a:pt x="0" y="0"/>
                </a:moveTo>
                <a:lnTo>
                  <a:pt x="537752" y="0"/>
                </a:lnTo>
                <a:lnTo>
                  <a:pt x="537752" y="291399"/>
                </a:lnTo>
                <a:lnTo>
                  <a:pt x="0" y="291399"/>
                </a:lnTo>
                <a:lnTo>
                  <a:pt x="0" y="0"/>
                </a:lnTo>
                <a:close/>
              </a:path>
            </a:pathLst>
          </a:custGeom>
          <a:solidFill>
            <a:srgbClr val="C2593C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8" name="object 668"/>
          <p:cNvSpPr/>
          <p:nvPr/>
        </p:nvSpPr>
        <p:spPr>
          <a:xfrm>
            <a:off x="8183879" y="3759177"/>
            <a:ext cx="370962" cy="291399"/>
          </a:xfrm>
          <a:custGeom>
            <a:avLst/>
            <a:gdLst/>
            <a:ahLst/>
            <a:cxnLst/>
            <a:rect b="b" l="l" r="r" t="t"/>
            <a:pathLst>
              <a:path h="291399" w="370962">
                <a:moveTo>
                  <a:pt x="0" y="0"/>
                </a:moveTo>
                <a:lnTo>
                  <a:pt x="370962" y="0"/>
                </a:lnTo>
                <a:lnTo>
                  <a:pt x="370962" y="291399"/>
                </a:lnTo>
                <a:lnTo>
                  <a:pt x="0" y="291399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9" name="object 669"/>
          <p:cNvSpPr/>
          <p:nvPr/>
        </p:nvSpPr>
        <p:spPr>
          <a:xfrm>
            <a:off x="8183879" y="4136435"/>
            <a:ext cx="202447" cy="291399"/>
          </a:xfrm>
          <a:custGeom>
            <a:avLst/>
            <a:gdLst/>
            <a:ahLst/>
            <a:cxnLst/>
            <a:rect b="b" l="l" r="r" t="t"/>
            <a:pathLst>
              <a:path h="291399" w="202447">
                <a:moveTo>
                  <a:pt x="0" y="0"/>
                </a:moveTo>
                <a:lnTo>
                  <a:pt x="202447" y="0"/>
                </a:lnTo>
                <a:lnTo>
                  <a:pt x="202447" y="291399"/>
                </a:lnTo>
                <a:lnTo>
                  <a:pt x="0" y="291399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0" name="object 670"/>
          <p:cNvSpPr/>
          <p:nvPr/>
        </p:nvSpPr>
        <p:spPr>
          <a:xfrm>
            <a:off x="10615612" y="233362"/>
            <a:ext cx="1800224" cy="3581399"/>
          </a:xfrm>
          <a:custGeom>
            <a:avLst/>
            <a:gdLst/>
            <a:ahLst/>
            <a:cxnLst/>
            <a:rect b="b" l="l" r="r" t="t"/>
            <a:pathLst>
              <a:path h="3581399" w="1800224">
                <a:moveTo>
                  <a:pt x="8" y="3302589"/>
                </a:moveTo>
                <a:lnTo>
                  <a:pt x="0" y="280987"/>
                </a:lnTo>
                <a:lnTo>
                  <a:pt x="2883" y="240833"/>
                </a:lnTo>
                <a:lnTo>
                  <a:pt x="11475" y="201506"/>
                </a:lnTo>
                <a:lnTo>
                  <a:pt x="26514" y="161833"/>
                </a:lnTo>
                <a:lnTo>
                  <a:pt x="46152" y="126693"/>
                </a:lnTo>
                <a:lnTo>
                  <a:pt x="72060" y="93094"/>
                </a:lnTo>
                <a:lnTo>
                  <a:pt x="101053" y="65168"/>
                </a:lnTo>
                <a:lnTo>
                  <a:pt x="135599" y="40537"/>
                </a:lnTo>
                <a:lnTo>
                  <a:pt x="171450" y="22229"/>
                </a:lnTo>
                <a:lnTo>
                  <a:pt x="211658" y="8686"/>
                </a:lnTo>
                <a:lnTo>
                  <a:pt x="251280" y="1574"/>
                </a:lnTo>
                <a:lnTo>
                  <a:pt x="1519237" y="0"/>
                </a:lnTo>
                <a:lnTo>
                  <a:pt x="1531938" y="287"/>
                </a:lnTo>
                <a:lnTo>
                  <a:pt x="1571918" y="4982"/>
                </a:lnTo>
                <a:lnTo>
                  <a:pt x="1612874" y="16060"/>
                </a:lnTo>
                <a:lnTo>
                  <a:pt x="1649769" y="32159"/>
                </a:lnTo>
                <a:lnTo>
                  <a:pt x="1685746" y="54649"/>
                </a:lnTo>
                <a:lnTo>
                  <a:pt x="1716380" y="80765"/>
                </a:lnTo>
                <a:lnTo>
                  <a:pt x="1744279" y="112731"/>
                </a:lnTo>
                <a:lnTo>
                  <a:pt x="1766012" y="146614"/>
                </a:lnTo>
                <a:lnTo>
                  <a:pt x="1783431" y="185302"/>
                </a:lnTo>
                <a:lnTo>
                  <a:pt x="1794392" y="224036"/>
                </a:lnTo>
                <a:lnTo>
                  <a:pt x="1799831" y="266114"/>
                </a:lnTo>
                <a:lnTo>
                  <a:pt x="1800224" y="3300412"/>
                </a:lnTo>
                <a:lnTo>
                  <a:pt x="1799937" y="3313113"/>
                </a:lnTo>
                <a:lnTo>
                  <a:pt x="1795242" y="3353093"/>
                </a:lnTo>
                <a:lnTo>
                  <a:pt x="1784163" y="3394049"/>
                </a:lnTo>
                <a:lnTo>
                  <a:pt x="1768064" y="3430944"/>
                </a:lnTo>
                <a:lnTo>
                  <a:pt x="1745574" y="3466921"/>
                </a:lnTo>
                <a:lnTo>
                  <a:pt x="1719458" y="3497554"/>
                </a:lnTo>
                <a:lnTo>
                  <a:pt x="1687493" y="3525454"/>
                </a:lnTo>
                <a:lnTo>
                  <a:pt x="1653609" y="3547187"/>
                </a:lnTo>
                <a:lnTo>
                  <a:pt x="1614922" y="3564606"/>
                </a:lnTo>
                <a:lnTo>
                  <a:pt x="1576188" y="3575567"/>
                </a:lnTo>
                <a:lnTo>
                  <a:pt x="1534110" y="3581006"/>
                </a:lnTo>
                <a:lnTo>
                  <a:pt x="280987" y="3581399"/>
                </a:lnTo>
                <a:lnTo>
                  <a:pt x="268286" y="3581112"/>
                </a:lnTo>
                <a:lnTo>
                  <a:pt x="228306" y="3576417"/>
                </a:lnTo>
                <a:lnTo>
                  <a:pt x="187350" y="3565338"/>
                </a:lnTo>
                <a:lnTo>
                  <a:pt x="150454" y="3549239"/>
                </a:lnTo>
                <a:lnTo>
                  <a:pt x="114477" y="3526749"/>
                </a:lnTo>
                <a:lnTo>
                  <a:pt x="83844" y="3500633"/>
                </a:lnTo>
                <a:lnTo>
                  <a:pt x="55945" y="3468668"/>
                </a:lnTo>
                <a:lnTo>
                  <a:pt x="34212" y="3434784"/>
                </a:lnTo>
                <a:lnTo>
                  <a:pt x="16793" y="3396097"/>
                </a:lnTo>
                <a:lnTo>
                  <a:pt x="5832" y="3357363"/>
                </a:lnTo>
                <a:lnTo>
                  <a:pt x="393" y="3315285"/>
                </a:lnTo>
                <a:lnTo>
                  <a:pt x="8" y="3302589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1" name="object 671"/>
          <p:cNvSpPr/>
          <p:nvPr/>
        </p:nvSpPr>
        <p:spPr>
          <a:xfrm>
            <a:off x="10615612" y="233362"/>
            <a:ext cx="1800224" cy="3581399"/>
          </a:xfrm>
          <a:custGeom>
            <a:avLst/>
            <a:gdLst/>
            <a:ahLst/>
            <a:cxnLst/>
            <a:rect b="b" l="l" r="r" t="t"/>
            <a:pathLst>
              <a:path h="3581399" w="1800224">
                <a:moveTo>
                  <a:pt x="0" y="3300412"/>
                </a:moveTo>
                <a:lnTo>
                  <a:pt x="0" y="280987"/>
                </a:lnTo>
                <a:lnTo>
                  <a:pt x="287" y="268286"/>
                </a:lnTo>
                <a:lnTo>
                  <a:pt x="4982" y="228306"/>
                </a:ln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280987" y="0"/>
                </a:lnTo>
                <a:lnTo>
                  <a:pt x="1519237" y="0"/>
                </a:lnTo>
                <a:lnTo>
                  <a:pt x="1559391" y="2883"/>
                </a:lnTo>
                <a:lnTo>
                  <a:pt x="1598717" y="11475"/>
                </a:lnTo>
                <a:lnTo>
                  <a:pt x="1638391" y="26514"/>
                </a:lnTo>
                <a:lnTo>
                  <a:pt x="1673530" y="46152"/>
                </a:lnTo>
                <a:lnTo>
                  <a:pt x="1707129" y="72060"/>
                </a:lnTo>
                <a:lnTo>
                  <a:pt x="1735055" y="101053"/>
                </a:lnTo>
                <a:lnTo>
                  <a:pt x="1759687" y="135599"/>
                </a:lnTo>
                <a:lnTo>
                  <a:pt x="1777994" y="171450"/>
                </a:lnTo>
                <a:lnTo>
                  <a:pt x="1791537" y="211658"/>
                </a:lnTo>
                <a:lnTo>
                  <a:pt x="1798650" y="251280"/>
                </a:lnTo>
                <a:lnTo>
                  <a:pt x="1800224" y="280987"/>
                </a:lnTo>
                <a:lnTo>
                  <a:pt x="1800224" y="3300412"/>
                </a:lnTo>
                <a:lnTo>
                  <a:pt x="1797341" y="3340566"/>
                </a:lnTo>
                <a:lnTo>
                  <a:pt x="1788749" y="3379892"/>
                </a:lnTo>
                <a:lnTo>
                  <a:pt x="1773710" y="3419565"/>
                </a:lnTo>
                <a:lnTo>
                  <a:pt x="1754072" y="3454705"/>
                </a:lnTo>
                <a:lnTo>
                  <a:pt x="1728164" y="3488305"/>
                </a:lnTo>
                <a:lnTo>
                  <a:pt x="1699171" y="3516230"/>
                </a:lnTo>
                <a:lnTo>
                  <a:pt x="1664625" y="3540862"/>
                </a:lnTo>
                <a:lnTo>
                  <a:pt x="1628774" y="3559169"/>
                </a:lnTo>
                <a:lnTo>
                  <a:pt x="1588566" y="3572712"/>
                </a:lnTo>
                <a:lnTo>
                  <a:pt x="1548944" y="3579824"/>
                </a:lnTo>
                <a:lnTo>
                  <a:pt x="1519237" y="3581399"/>
                </a:lnTo>
                <a:lnTo>
                  <a:pt x="280987" y="3581399"/>
                </a:lnTo>
                <a:lnTo>
                  <a:pt x="240833" y="3578516"/>
                </a:lnTo>
                <a:lnTo>
                  <a:pt x="201506" y="3569924"/>
                </a:lnTo>
                <a:lnTo>
                  <a:pt x="161833" y="3554884"/>
                </a:lnTo>
                <a:lnTo>
                  <a:pt x="126693" y="3535247"/>
                </a:lnTo>
                <a:lnTo>
                  <a:pt x="93094" y="3509339"/>
                </a:lnTo>
                <a:lnTo>
                  <a:pt x="65168" y="3480346"/>
                </a:lnTo>
                <a:lnTo>
                  <a:pt x="40537" y="3445800"/>
                </a:lnTo>
                <a:lnTo>
                  <a:pt x="22229" y="3409949"/>
                </a:lnTo>
                <a:lnTo>
                  <a:pt x="8686" y="3369740"/>
                </a:lnTo>
                <a:lnTo>
                  <a:pt x="1574" y="3330119"/>
                </a:lnTo>
                <a:lnTo>
                  <a:pt x="0" y="3300412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2" name="object 672"/>
          <p:cNvSpPr/>
          <p:nvPr/>
        </p:nvSpPr>
        <p:spPr>
          <a:xfrm>
            <a:off x="11315699" y="552449"/>
            <a:ext cx="962024" cy="219074"/>
          </a:xfrm>
          <a:custGeom>
            <a:avLst/>
            <a:gdLst/>
            <a:ahLst/>
            <a:cxnLst/>
            <a:rect b="b" l="l" r="r" t="t"/>
            <a:pathLst>
              <a:path h="219074" w="962024">
                <a:moveTo>
                  <a:pt x="0" y="0"/>
                </a:moveTo>
                <a:lnTo>
                  <a:pt x="962024" y="0"/>
                </a:lnTo>
                <a:lnTo>
                  <a:pt x="9620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3" name="object 673"/>
          <p:cNvSpPr/>
          <p:nvPr/>
        </p:nvSpPr>
        <p:spPr>
          <a:xfrm>
            <a:off x="11506199" y="79057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4" name="object 674"/>
          <p:cNvSpPr/>
          <p:nvPr/>
        </p:nvSpPr>
        <p:spPr>
          <a:xfrm>
            <a:off x="11506199" y="102869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5" name="object 675"/>
          <p:cNvSpPr/>
          <p:nvPr/>
        </p:nvSpPr>
        <p:spPr>
          <a:xfrm>
            <a:off x="11506199" y="126682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6" name="object 676"/>
          <p:cNvSpPr/>
          <p:nvPr/>
        </p:nvSpPr>
        <p:spPr>
          <a:xfrm>
            <a:off x="11506199" y="150494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7" name="object 677"/>
          <p:cNvSpPr/>
          <p:nvPr/>
        </p:nvSpPr>
        <p:spPr>
          <a:xfrm>
            <a:off x="11506199" y="174307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8" name="object 678"/>
          <p:cNvSpPr/>
          <p:nvPr/>
        </p:nvSpPr>
        <p:spPr>
          <a:xfrm>
            <a:off x="11506199" y="198119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9" name="object 679"/>
          <p:cNvSpPr/>
          <p:nvPr/>
        </p:nvSpPr>
        <p:spPr>
          <a:xfrm>
            <a:off x="11506199" y="221932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0" name="object 680"/>
          <p:cNvSpPr/>
          <p:nvPr/>
        </p:nvSpPr>
        <p:spPr>
          <a:xfrm>
            <a:off x="11506199" y="245744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1" name="object 681"/>
          <p:cNvSpPr/>
          <p:nvPr/>
        </p:nvSpPr>
        <p:spPr>
          <a:xfrm>
            <a:off x="11506199" y="269557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2" name="object 682"/>
          <p:cNvSpPr/>
          <p:nvPr/>
        </p:nvSpPr>
        <p:spPr>
          <a:xfrm>
            <a:off x="11506199" y="293369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3" name="object 683"/>
          <p:cNvSpPr/>
          <p:nvPr/>
        </p:nvSpPr>
        <p:spPr>
          <a:xfrm>
            <a:off x="11506199" y="317182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4" name="object 684"/>
          <p:cNvSpPr/>
          <p:nvPr/>
        </p:nvSpPr>
        <p:spPr>
          <a:xfrm>
            <a:off x="11506199" y="340994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5" name="object 685"/>
          <p:cNvSpPr/>
          <p:nvPr/>
        </p:nvSpPr>
        <p:spPr>
          <a:xfrm>
            <a:off x="333374" y="276224"/>
            <a:ext cx="1123949" cy="1152524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3" name="object 123"/>
          <p:cNvSpPr txBox="1"/>
          <p:nvPr/>
        </p:nvSpPr>
        <p:spPr>
          <a:xfrm>
            <a:off x="1587499" y="712592"/>
            <a:ext cx="3878024" cy="253999"/>
          </a:xfrm>
          <a:prstGeom prst="rect">
            <a:avLst/>
          </a:prstGeom>
        </p:spPr>
        <p:txBody>
          <a:bodyPr bIns="0" lIns="0" rIns="0" rtlCol="0" tIns="12477" wrap="square">
            <a:noAutofit/>
          </a:bodyPr>
          <a:lstStyle/>
          <a:p>
            <a:pPr marL="12700">
              <a:lnSpc>
                <a:spcPts val="1964"/>
              </a:lnSpc>
            </a:pPr>
            <a:r>
              <a:rPr b="1" dirty="0" smtClean="0" sz="1800">
                <a:solidFill>
                  <a:srgbClr val="252423"/>
                </a:solidFill>
                <a:latin typeface="Verdana"/>
                <a:cs typeface="Verdana"/>
              </a:rPr>
              <a:t>Syria</a:t>
            </a:r>
            <a:r>
              <a:rPr b="1" dirty="0" smtClean="0" sz="18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z="1800">
                <a:solidFill>
                  <a:srgbClr val="252423"/>
                </a:solidFill>
                <a:latin typeface="Verdana"/>
                <a:cs typeface="Verdana"/>
              </a:rPr>
              <a:t>Intervention</a:t>
            </a:r>
            <a:r>
              <a:rPr b="1" dirty="0" smtClean="0" sz="18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z="1800">
                <a:solidFill>
                  <a:srgbClr val="252423"/>
                </a:solidFill>
                <a:latin typeface="Verdana"/>
                <a:cs typeface="Verdana"/>
              </a:rPr>
              <a:t>Dashboard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1007724" y="793781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1248974" y="803306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1490374" y="811174"/>
            <a:ext cx="579055" cy="190468"/>
          </a:xfrm>
          <a:prstGeom prst="rect">
            <a:avLst/>
          </a:prstGeom>
        </p:spPr>
        <p:txBody>
          <a:bodyPr bIns="0" lIns="0" rIns="0" rtlCol="0" tIns="8858" wrap="square">
            <a:noAutofit/>
          </a:bodyPr>
          <a:lstStyle/>
          <a:p>
            <a:pPr marL="12700">
              <a:lnSpc>
                <a:spcPts val="1395"/>
              </a:lnSpc>
            </a:pPr>
            <a:r>
              <a:rPr dirty="0" smtClean="0" spc="15" sz="1300">
                <a:latin typeface="Times New Roman"/>
                <a:cs typeface="Times New Roman"/>
              </a:rPr>
              <a:t>J</a:t>
            </a:r>
            <a:r>
              <a:rPr dirty="0" smtClean="0" spc="15" sz="1300">
                <a:latin typeface="Times New Roman"/>
                <a:cs typeface="Times New Roman"/>
              </a:rPr>
              <a:t>a</a:t>
            </a:r>
            <a:r>
              <a:rPr dirty="0" smtClean="0" spc="15" sz="1300">
                <a:latin typeface="Times New Roman"/>
                <a:cs typeface="Times New Roman"/>
              </a:rPr>
              <a:t>nu</a:t>
            </a:r>
            <a:r>
              <a:rPr dirty="0" smtClean="0" spc="15" sz="1300">
                <a:latin typeface="Times New Roman"/>
                <a:cs typeface="Times New Roman"/>
              </a:rPr>
              <a:t>a</a:t>
            </a:r>
            <a:r>
              <a:rPr dirty="0" smtClean="0" spc="15" sz="1300">
                <a:latin typeface="Times New Roman"/>
                <a:cs typeface="Times New Roman"/>
              </a:rPr>
              <a:t>r</a:t>
            </a:r>
            <a:r>
              <a:rPr dirty="0" smtClean="0" spc="15" sz="130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9140824" y="841406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568551" y="1219981"/>
            <a:ext cx="1187486" cy="766828"/>
          </a:xfrm>
          <a:prstGeom prst="rect">
            <a:avLst/>
          </a:prstGeom>
        </p:spPr>
        <p:txBody>
          <a:bodyPr bIns="0" lIns="0" rIns="0" rtlCol="0" tIns="10128" wrap="square">
            <a:noAutofit/>
          </a:bodyPr>
          <a:lstStyle/>
          <a:p>
            <a:pPr marL="12700">
              <a:lnSpc>
                <a:spcPts val="1595"/>
              </a:lnSpc>
            </a:pPr>
            <a:r>
              <a:rPr dirty="0" smtClean="0" spc="-32" sz="1500">
                <a:solidFill>
                  <a:srgbClr val="252423"/>
                </a:solidFill>
                <a:latin typeface="Times New Roman"/>
                <a:cs typeface="Times New Roman"/>
              </a:rPr>
              <a:t>T</a:t>
            </a:r>
            <a:r>
              <a:rPr dirty="0" smtClean="0" spc="-32" sz="1500">
                <a:solidFill>
                  <a:srgbClr val="252423"/>
                </a:solidFill>
                <a:latin typeface="Times New Roman"/>
                <a:cs typeface="Times New Roman"/>
              </a:rPr>
              <a:t>otal</a:t>
            </a:r>
            <a:r>
              <a:rPr dirty="0" smtClean="0" spc="-32" sz="15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32" sz="1500">
                <a:solidFill>
                  <a:srgbClr val="252423"/>
                </a:solidFill>
                <a:latin typeface="Times New Roman"/>
                <a:cs typeface="Times New Roman"/>
              </a:rPr>
              <a:t>F</a:t>
            </a:r>
            <a:r>
              <a:rPr dirty="0" smtClean="0" spc="-32" sz="1500">
                <a:solidFill>
                  <a:srgbClr val="252423"/>
                </a:solidFill>
                <a:latin typeface="Times New Roman"/>
                <a:cs typeface="Times New Roman"/>
              </a:rPr>
              <a:t>ood</a:t>
            </a:r>
            <a:r>
              <a:rPr dirty="0" smtClean="0" spc="-32" sz="15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32" sz="1500">
                <a:solidFill>
                  <a:srgbClr val="252423"/>
                </a:solidFill>
                <a:latin typeface="Times New Roman"/>
                <a:cs typeface="Times New Roman"/>
              </a:rPr>
              <a:t>Kits</a:t>
            </a:r>
            <a:endParaRPr sz="1500">
              <a:latin typeface="Times New Roman"/>
              <a:cs typeface="Times New Roman"/>
            </a:endParaRPr>
          </a:p>
          <a:p>
            <a:pPr marL="42735" marR="5926">
              <a:lnSpc>
                <a:spcPct val="95825"/>
              </a:lnSpc>
              <a:spcBef>
                <a:spcPts val="804"/>
              </a:spcBef>
            </a:pPr>
            <a:r>
              <a:rPr dirty="0" smtClean="0" sz="3000">
                <a:solidFill>
                  <a:srgbClr val="252423"/>
                </a:solidFill>
                <a:latin typeface="Times New Roman"/>
                <a:cs typeface="Times New Roman"/>
              </a:rPr>
              <a:t>25.05K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5130799" y="1219981"/>
            <a:ext cx="1420626" cy="766828"/>
          </a:xfrm>
          <a:prstGeom prst="rect">
            <a:avLst/>
          </a:prstGeom>
        </p:spPr>
        <p:txBody>
          <a:bodyPr bIns="0" lIns="0" rIns="0" rtlCol="0" tIns="10128" wrap="square">
            <a:noAutofit/>
          </a:bodyPr>
          <a:lstStyle/>
          <a:p>
            <a:pPr algn="ctr">
              <a:lnSpc>
                <a:spcPts val="1595"/>
              </a:lnSpc>
            </a:pPr>
            <a:r>
              <a:rPr dirty="0" smtClean="0" spc="-36" sz="1500">
                <a:solidFill>
                  <a:srgbClr val="252423"/>
                </a:solidFill>
                <a:latin typeface="Times New Roman"/>
                <a:cs typeface="Times New Roman"/>
              </a:rPr>
              <a:t>T</a:t>
            </a:r>
            <a:r>
              <a:rPr dirty="0" smtClean="0" spc="-36" sz="1500">
                <a:solidFill>
                  <a:srgbClr val="252423"/>
                </a:solidFill>
                <a:latin typeface="Times New Roman"/>
                <a:cs typeface="Times New Roman"/>
              </a:rPr>
              <a:t>otal</a:t>
            </a:r>
            <a:r>
              <a:rPr dirty="0" smtClean="0" spc="-36" sz="15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36" sz="1500">
                <a:solidFill>
                  <a:srgbClr val="252423"/>
                </a:solidFill>
                <a:latin typeface="Times New Roman"/>
                <a:cs typeface="Times New Roman"/>
              </a:rPr>
              <a:t>Hygiene</a:t>
            </a:r>
            <a:r>
              <a:rPr dirty="0" smtClean="0" spc="-36" sz="15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36" sz="1500">
                <a:solidFill>
                  <a:srgbClr val="252423"/>
                </a:solidFill>
                <a:latin typeface="Times New Roman"/>
                <a:cs typeface="Times New Roman"/>
              </a:rPr>
              <a:t>Kits</a:t>
            </a:r>
            <a:endParaRPr sz="1500">
              <a:latin typeface="Times New Roman"/>
              <a:cs typeface="Times New Roman"/>
            </a:endParaRPr>
          </a:p>
          <a:p>
            <a:pPr algn="ctr" marL="144327" marR="163343">
              <a:lnSpc>
                <a:spcPct val="95825"/>
              </a:lnSpc>
              <a:spcBef>
                <a:spcPts val="804"/>
              </a:spcBef>
            </a:pPr>
            <a:r>
              <a:rPr dirty="0" smtClean="0" spc="-133" sz="3000">
                <a:solidFill>
                  <a:srgbClr val="252423"/>
                </a:solidFill>
                <a:latin typeface="Times New Roman"/>
                <a:cs typeface="Times New Roman"/>
              </a:rPr>
              <a:t>14.76K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731565" y="1229506"/>
            <a:ext cx="1446950" cy="762051"/>
          </a:xfrm>
          <a:prstGeom prst="rect">
            <a:avLst/>
          </a:prstGeom>
        </p:spPr>
        <p:txBody>
          <a:bodyPr bIns="0" lIns="0" rIns="0" rtlCol="0" tIns="10128" wrap="square">
            <a:noAutofit/>
          </a:bodyPr>
          <a:lstStyle/>
          <a:p>
            <a:pPr algn="ctr">
              <a:lnSpc>
                <a:spcPts val="1595"/>
              </a:lnSpc>
            </a:pPr>
            <a:r>
              <a:rPr dirty="0" smtClean="0" spc="-24" sz="1500">
                <a:solidFill>
                  <a:srgbClr val="252423"/>
                </a:solidFill>
                <a:latin typeface="Times New Roman"/>
                <a:cs typeface="Times New Roman"/>
              </a:rPr>
              <a:t>T</a:t>
            </a:r>
            <a:r>
              <a:rPr dirty="0" smtClean="0" spc="-24" sz="1500">
                <a:solidFill>
                  <a:srgbClr val="252423"/>
                </a:solidFill>
                <a:latin typeface="Times New Roman"/>
                <a:cs typeface="Times New Roman"/>
              </a:rPr>
              <a:t>otal</a:t>
            </a:r>
            <a:r>
              <a:rPr dirty="0" smtClean="0" spc="-24" sz="15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4" sz="1500">
                <a:solidFill>
                  <a:srgbClr val="252423"/>
                </a:solidFill>
                <a:latin typeface="Times New Roman"/>
                <a:cs typeface="Times New Roman"/>
              </a:rPr>
              <a:t>Beneficiaries</a:t>
            </a:r>
            <a:endParaRPr sz="1500">
              <a:latin typeface="Times New Roman"/>
              <a:cs typeface="Times New Roman"/>
            </a:endParaRPr>
          </a:p>
          <a:p>
            <a:pPr algn="ctr" marL="260010" marR="279115">
              <a:lnSpc>
                <a:spcPct val="95825"/>
              </a:lnSpc>
              <a:spcBef>
                <a:spcPts val="813"/>
              </a:spcBef>
            </a:pPr>
            <a:r>
              <a:rPr dirty="0" smtClean="0" spc="-40" sz="3000">
                <a:solidFill>
                  <a:srgbClr val="252423"/>
                </a:solidFill>
                <a:latin typeface="Times New Roman"/>
                <a:cs typeface="Times New Roman"/>
              </a:rPr>
              <a:t>8,350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6838413" y="1229506"/>
            <a:ext cx="1425026" cy="766828"/>
          </a:xfrm>
          <a:prstGeom prst="rect">
            <a:avLst/>
          </a:prstGeom>
        </p:spPr>
        <p:txBody>
          <a:bodyPr bIns="0" lIns="0" rIns="0" rtlCol="0" tIns="10128" wrap="square">
            <a:noAutofit/>
          </a:bodyPr>
          <a:lstStyle/>
          <a:p>
            <a:pPr marL="34766" marR="56962">
              <a:lnSpc>
                <a:spcPts val="1595"/>
              </a:lnSpc>
            </a:pPr>
            <a:r>
              <a:rPr dirty="0" smtClean="0" spc="-40" sz="1500">
                <a:solidFill>
                  <a:srgbClr val="252423"/>
                </a:solidFill>
                <a:latin typeface="Times New Roman"/>
                <a:cs typeface="Times New Roman"/>
              </a:rPr>
              <a:t>T</a:t>
            </a:r>
            <a:r>
              <a:rPr dirty="0" smtClean="0" spc="-40" sz="1500">
                <a:solidFill>
                  <a:srgbClr val="252423"/>
                </a:solidFill>
                <a:latin typeface="Times New Roman"/>
                <a:cs typeface="Times New Roman"/>
              </a:rPr>
              <a:t>otal</a:t>
            </a:r>
            <a:r>
              <a:rPr dirty="0" smtClean="0" spc="-40" sz="15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40" sz="1500">
                <a:solidFill>
                  <a:srgbClr val="252423"/>
                </a:solidFill>
                <a:latin typeface="Times New Roman"/>
                <a:cs typeface="Times New Roman"/>
              </a:rPr>
              <a:t>Aid</a:t>
            </a:r>
            <a:r>
              <a:rPr dirty="0" smtClean="0" spc="-40" sz="15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40" sz="1500">
                <a:solidFill>
                  <a:srgbClr val="252423"/>
                </a:solidFill>
                <a:latin typeface="Times New Roman"/>
                <a:cs typeface="Times New Roman"/>
              </a:rPr>
              <a:t>Amount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804"/>
              </a:spcBef>
            </a:pPr>
            <a:r>
              <a:rPr dirty="0" smtClean="0" spc="-142" sz="3000">
                <a:solidFill>
                  <a:srgbClr val="252423"/>
                </a:solidFill>
                <a:latin typeface="Times New Roman"/>
                <a:cs typeface="Times New Roman"/>
              </a:rPr>
              <a:t>€</a:t>
            </a:r>
            <a:r>
              <a:rPr dirty="0" smtClean="0" spc="-142" sz="30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142" sz="3000">
                <a:solidFill>
                  <a:srgbClr val="252423"/>
                </a:solidFill>
                <a:latin typeface="Times New Roman"/>
                <a:cs typeface="Times New Roman"/>
              </a:rPr>
              <a:t>46.32M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1007724" y="1270031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1248974" y="1279556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9140824" y="1317656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1007724" y="1746281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1248974" y="1755806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1007724" y="2460656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1248974" y="2470181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1007724" y="3175031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1248974" y="3184556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05" name="object 105"/>
          <p:cNvSpPr txBox="1"/>
          <p:nvPr/>
        </p:nvSpPr>
        <p:spPr>
          <a:xfrm rot="16200000">
            <a:off x="0" y="3211230"/>
            <a:ext cx="1055774" cy="157480"/>
          </a:xfrm>
          <a:prstGeom prst="rect">
            <a:avLst/>
          </a:prstGeom>
        </p:spPr>
        <p:txBody>
          <a:bodyPr bIns="0" lIns="0" rIns="0" rtlCol="0" tIns="7874" wrap="square">
            <a:noAutofit/>
          </a:bodyPr>
          <a:lstStyle/>
          <a:p>
            <a:pPr marL="12700">
              <a:lnSpc>
                <a:spcPts val="1240"/>
              </a:lnSpc>
            </a:pPr>
            <a:r>
              <a:rPr b="1" dirty="0" smtClean="0" sz="1100">
                <a:solidFill>
                  <a:srgbClr val="252423"/>
                </a:solidFill>
                <a:latin typeface="Verdana"/>
                <a:cs typeface="Verdana"/>
              </a:rPr>
              <a:t>Beneficiaries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4" name="object 104"/>
          <p:cNvSpPr txBox="1"/>
          <p:nvPr/>
        </p:nvSpPr>
        <p:spPr>
          <a:xfrm rot="16200000">
            <a:off x="6834379" y="3447399"/>
            <a:ext cx="999295" cy="170815"/>
          </a:xfrm>
          <a:prstGeom prst="rect">
            <a:avLst/>
          </a:prstGeom>
        </p:spPr>
        <p:txBody>
          <a:bodyPr bIns="0" lIns="0" rIns="0" rtlCol="0" tIns="8540" wrap="square">
            <a:noAutofit/>
          </a:bodyPr>
          <a:lstStyle/>
          <a:p>
            <a:pPr marL="12700">
              <a:lnSpc>
                <a:spcPts val="1345"/>
              </a:lnSpc>
            </a:pPr>
            <a:r>
              <a:rPr b="1" dirty="0" smtClean="0" sz="1200">
                <a:solidFill>
                  <a:srgbClr val="252423"/>
                </a:solidFill>
                <a:latin typeface="Verdana"/>
                <a:cs typeface="Verdana"/>
              </a:rPr>
              <a:t>Age_Group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3" name="object 103"/>
          <p:cNvSpPr txBox="1"/>
          <p:nvPr/>
        </p:nvSpPr>
        <p:spPr>
          <a:xfrm rot="19560000">
            <a:off x="965713" y="4183730"/>
            <a:ext cx="411070" cy="146050"/>
          </a:xfrm>
          <a:prstGeom prst="rect">
            <a:avLst/>
          </a:prstGeom>
        </p:spPr>
        <p:txBody>
          <a:bodyPr bIns="0" lIns="0" rIns="0" rtlCol="0" tIns="15081" wrap="square">
            <a:noAutofit/>
          </a:bodyPr>
          <a:lstStyle/>
          <a:p>
            <a:pPr>
              <a:lnSpc>
                <a:spcPts val="1075"/>
              </a:lnSpc>
            </a:pPr>
            <a:r>
              <a:rPr baseline="-10082" dirty="0" smtClean="0" spc="-19" sz="1725">
                <a:latin typeface="Times New Roman"/>
                <a:cs typeface="Times New Roman"/>
              </a:rPr>
              <a:t>R</a:t>
            </a:r>
            <a:r>
              <a:rPr baseline="-10082" dirty="0" smtClean="0" spc="-19" sz="1725">
                <a:latin typeface="Times New Roman"/>
                <a:cs typeface="Times New Roman"/>
              </a:rPr>
              <a:t>a</a:t>
            </a:r>
            <a:r>
              <a:rPr baseline="-10082" dirty="0" smtClean="0" spc="-19" sz="1725">
                <a:latin typeface="Times New Roman"/>
                <a:cs typeface="Times New Roman"/>
              </a:rPr>
              <a:t>q</a:t>
            </a:r>
            <a:r>
              <a:rPr baseline="-10082" dirty="0" smtClean="0" spc="-19" sz="1725">
                <a:latin typeface="Times New Roman"/>
                <a:cs typeface="Times New Roman"/>
              </a:rPr>
              <a:t>q</a:t>
            </a:r>
            <a:r>
              <a:rPr baseline="-10082" dirty="0" smtClean="0" spc="0" sz="1725">
                <a:latin typeface="Times New Roman"/>
                <a:cs typeface="Times New Roman"/>
              </a:rPr>
              <a:t>a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 rot="19560000">
            <a:off x="1588462" y="4188228"/>
            <a:ext cx="425795" cy="146050"/>
          </a:xfrm>
          <a:prstGeom prst="rect">
            <a:avLst/>
          </a:prstGeom>
        </p:spPr>
        <p:txBody>
          <a:bodyPr bIns="0" lIns="0" rIns="0" rtlCol="0" tIns="15716" wrap="square">
            <a:noAutofit/>
          </a:bodyPr>
          <a:lstStyle/>
          <a:p>
            <a:pPr>
              <a:lnSpc>
                <a:spcPts val="1075"/>
              </a:lnSpc>
            </a:pPr>
            <a:r>
              <a:rPr baseline="-10082" dirty="0" smtClean="0" spc="-75" sz="1725">
                <a:latin typeface="Times New Roman"/>
                <a:cs typeface="Times New Roman"/>
              </a:rPr>
              <a:t>M</a:t>
            </a:r>
            <a:r>
              <a:rPr baseline="-10082" dirty="0" smtClean="0" spc="-75" sz="1725">
                <a:latin typeface="Times New Roman"/>
                <a:cs typeface="Times New Roman"/>
              </a:rPr>
              <a:t>a</a:t>
            </a:r>
            <a:r>
              <a:rPr baseline="-10082" dirty="0" smtClean="0" spc="-75" sz="1725">
                <a:latin typeface="Times New Roman"/>
                <a:cs typeface="Times New Roman"/>
              </a:rPr>
              <a:t>n</a:t>
            </a:r>
            <a:r>
              <a:rPr baseline="-10082" dirty="0" smtClean="0" spc="-75" sz="1725">
                <a:latin typeface="Times New Roman"/>
                <a:cs typeface="Times New Roman"/>
              </a:rPr>
              <a:t>b</a:t>
            </a:r>
            <a:r>
              <a:rPr baseline="-7562" dirty="0" smtClean="0" spc="-75" sz="1725">
                <a:latin typeface="Times New Roman"/>
                <a:cs typeface="Times New Roman"/>
              </a:rPr>
              <a:t>i</a:t>
            </a:r>
            <a:r>
              <a:rPr baseline="-7562" dirty="0" smtClean="0" spc="-75" sz="1725">
                <a:latin typeface="Times New Roman"/>
                <a:cs typeface="Times New Roman"/>
              </a:rPr>
              <a:t>j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 rot="19560000">
            <a:off x="2176485" y="4204596"/>
            <a:ext cx="478296" cy="146050"/>
          </a:xfrm>
          <a:prstGeom prst="rect">
            <a:avLst/>
          </a:prstGeom>
        </p:spPr>
        <p:txBody>
          <a:bodyPr bIns="0" lIns="0" rIns="0" rtlCol="0" tIns="15081" wrap="square">
            <a:noAutofit/>
          </a:bodyPr>
          <a:lstStyle/>
          <a:p>
            <a:pPr>
              <a:lnSpc>
                <a:spcPts val="1075"/>
              </a:lnSpc>
            </a:pPr>
            <a:r>
              <a:rPr baseline="-10082" dirty="0" smtClean="0" spc="-207" sz="1725">
                <a:latin typeface="Times New Roman"/>
                <a:cs typeface="Times New Roman"/>
              </a:rPr>
              <a:t>K</a:t>
            </a:r>
            <a:r>
              <a:rPr baseline="-10082" dirty="0" smtClean="0" spc="-37" sz="1725">
                <a:latin typeface="Times New Roman"/>
                <a:cs typeface="Times New Roman"/>
              </a:rPr>
              <a:t>o</a:t>
            </a:r>
            <a:r>
              <a:rPr baseline="-10082" dirty="0" smtClean="0" spc="-37" sz="1725">
                <a:latin typeface="Times New Roman"/>
                <a:cs typeface="Times New Roman"/>
              </a:rPr>
              <a:t>b</a:t>
            </a:r>
            <a:r>
              <a:rPr baseline="-10082" dirty="0" smtClean="0" spc="5" sz="1725">
                <a:latin typeface="Times New Roman"/>
                <a:cs typeface="Times New Roman"/>
              </a:rPr>
              <a:t>a</a:t>
            </a:r>
            <a:r>
              <a:rPr baseline="-10082" dirty="0" smtClean="0" spc="-25" sz="1725">
                <a:latin typeface="Times New Roman"/>
                <a:cs typeface="Times New Roman"/>
              </a:rPr>
              <a:t>n</a:t>
            </a:r>
            <a:r>
              <a:rPr baseline="-7562" dirty="0" smtClean="0" spc="50" sz="1725">
                <a:latin typeface="Times New Roman"/>
                <a:cs typeface="Times New Roman"/>
              </a:rPr>
              <a:t>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 rot="19560000">
            <a:off x="2431770" y="4372003"/>
            <a:ext cx="773290" cy="146050"/>
          </a:xfrm>
          <a:prstGeom prst="rect">
            <a:avLst/>
          </a:prstGeom>
        </p:spPr>
        <p:txBody>
          <a:bodyPr bIns="0" lIns="0" rIns="0" rtlCol="0" tIns="9048" wrap="square">
            <a:noAutofit/>
          </a:bodyPr>
          <a:lstStyle/>
          <a:p>
            <a:pPr>
              <a:lnSpc>
                <a:spcPts val="1125"/>
              </a:lnSpc>
            </a:pPr>
            <a:r>
              <a:rPr baseline="-12603" dirty="0" smtClean="0" spc="-59" sz="1725">
                <a:latin typeface="Times New Roman"/>
                <a:cs typeface="Times New Roman"/>
              </a:rPr>
              <a:t>z</a:t>
            </a:r>
            <a:r>
              <a:rPr baseline="-10082" dirty="0" smtClean="0" spc="-59" sz="1725">
                <a:latin typeface="Times New Roman"/>
                <a:cs typeface="Times New Roman"/>
              </a:rPr>
              <a:t>_</a:t>
            </a:r>
            <a:r>
              <a:rPr baseline="-10082" dirty="0" smtClean="0" spc="-59" sz="1725">
                <a:latin typeface="Times New Roman"/>
                <a:cs typeface="Times New Roman"/>
              </a:rPr>
              <a:t>N</a:t>
            </a:r>
            <a:r>
              <a:rPr baseline="-10082" dirty="0" smtClean="0" spc="-59" sz="1725">
                <a:latin typeface="Times New Roman"/>
                <a:cs typeface="Times New Roman"/>
              </a:rPr>
              <a:t>o</a:t>
            </a:r>
            <a:r>
              <a:rPr baseline="-10082" dirty="0" smtClean="0" spc="-59" sz="1725">
                <a:latin typeface="Times New Roman"/>
                <a:cs typeface="Times New Roman"/>
              </a:rPr>
              <a:t>t</a:t>
            </a:r>
            <a:r>
              <a:rPr baseline="-10082" dirty="0" smtClean="0" spc="-59" sz="1725">
                <a:latin typeface="Times New Roman"/>
                <a:cs typeface="Times New Roman"/>
              </a:rPr>
              <a:t>_</a:t>
            </a:r>
            <a:r>
              <a:rPr baseline="-7562" dirty="0" smtClean="0" spc="-59" sz="1725">
                <a:latin typeface="Times New Roman"/>
                <a:cs typeface="Times New Roman"/>
              </a:rPr>
              <a:t>S</a:t>
            </a:r>
            <a:r>
              <a:rPr baseline="-7562" dirty="0" smtClean="0" spc="-59" sz="1725">
                <a:latin typeface="Times New Roman"/>
                <a:cs typeface="Times New Roman"/>
              </a:rPr>
              <a:t>u</a:t>
            </a:r>
            <a:r>
              <a:rPr baseline="-7562" dirty="0" smtClean="0" spc="-59" sz="1725">
                <a:latin typeface="Times New Roman"/>
                <a:cs typeface="Times New Roman"/>
              </a:rPr>
              <a:t>p</a:t>
            </a:r>
            <a:r>
              <a:rPr baseline="-7562" dirty="0" smtClean="0" spc="-59" sz="1725">
                <a:latin typeface="Times New Roman"/>
                <a:cs typeface="Times New Roman"/>
              </a:rPr>
              <a:t>p</a:t>
            </a:r>
            <a:r>
              <a:rPr baseline="-7562" dirty="0" smtClean="0" spc="-59" sz="1725">
                <a:latin typeface="Times New Roman"/>
                <a:cs typeface="Times New Roman"/>
              </a:rPr>
              <a:t>l</a:t>
            </a:r>
            <a:r>
              <a:rPr baseline="-7562" dirty="0" smtClean="0" spc="-59" sz="1725">
                <a:latin typeface="Times New Roman"/>
                <a:cs typeface="Times New Roman"/>
              </a:rPr>
              <a:t>i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 rot="19560000">
            <a:off x="3052833" y="4121910"/>
            <a:ext cx="225937" cy="146050"/>
          </a:xfrm>
          <a:prstGeom prst="rect">
            <a:avLst/>
          </a:prstGeom>
        </p:spPr>
        <p:txBody>
          <a:bodyPr bIns="0" lIns="0" rIns="0" rtlCol="0" tIns="21113" wrap="square">
            <a:noAutofit/>
          </a:bodyPr>
          <a:lstStyle/>
          <a:p>
            <a:pPr>
              <a:lnSpc>
                <a:spcPts val="1025"/>
              </a:lnSpc>
            </a:pPr>
            <a:r>
              <a:rPr baseline="-10082" dirty="0" smtClean="0" spc="30" sz="1725">
                <a:latin typeface="Times New Roman"/>
                <a:cs typeface="Times New Roman"/>
              </a:rPr>
              <a:t>e</a:t>
            </a:r>
            <a:r>
              <a:rPr baseline="-10082" dirty="0" smtClean="0" spc="-17" sz="1725">
                <a:latin typeface="Times New Roman"/>
                <a:cs typeface="Times New Roman"/>
              </a:rPr>
              <a:t>d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819649" y="5333999"/>
            <a:ext cx="890587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7" name="object 97"/>
          <p:cNvSpPr txBox="1"/>
          <p:nvPr/>
        </p:nvSpPr>
        <p:spPr>
          <a:xfrm>
            <a:off x="5710237" y="5333999"/>
            <a:ext cx="1000124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6" name="object 96"/>
          <p:cNvSpPr txBox="1"/>
          <p:nvPr/>
        </p:nvSpPr>
        <p:spPr>
          <a:xfrm>
            <a:off x="6710362" y="5333999"/>
            <a:ext cx="1466849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5" name="object 95"/>
          <p:cNvSpPr txBox="1"/>
          <p:nvPr/>
        </p:nvSpPr>
        <p:spPr>
          <a:xfrm>
            <a:off x="8177212" y="5333999"/>
            <a:ext cx="561974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4" name="object 94"/>
          <p:cNvSpPr txBox="1"/>
          <p:nvPr/>
        </p:nvSpPr>
        <p:spPr>
          <a:xfrm>
            <a:off x="8739187" y="5333999"/>
            <a:ext cx="971549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3" name="object 93"/>
          <p:cNvSpPr txBox="1"/>
          <p:nvPr/>
        </p:nvSpPr>
        <p:spPr>
          <a:xfrm>
            <a:off x="9710737" y="5333999"/>
            <a:ext cx="1190624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2" name="object 92"/>
          <p:cNvSpPr txBox="1"/>
          <p:nvPr/>
        </p:nvSpPr>
        <p:spPr>
          <a:xfrm>
            <a:off x="10901362" y="5333999"/>
            <a:ext cx="1147762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1" name="object 91"/>
          <p:cNvSpPr txBox="1"/>
          <p:nvPr/>
        </p:nvSpPr>
        <p:spPr>
          <a:xfrm>
            <a:off x="4819649" y="5614987"/>
            <a:ext cx="890587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0" name="object 90"/>
          <p:cNvSpPr txBox="1"/>
          <p:nvPr/>
        </p:nvSpPr>
        <p:spPr>
          <a:xfrm>
            <a:off x="5710237" y="5614987"/>
            <a:ext cx="1000124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9" name="object 89"/>
          <p:cNvSpPr txBox="1"/>
          <p:nvPr/>
        </p:nvSpPr>
        <p:spPr>
          <a:xfrm>
            <a:off x="6710362" y="5614987"/>
            <a:ext cx="1466849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8" name="object 88"/>
          <p:cNvSpPr txBox="1"/>
          <p:nvPr/>
        </p:nvSpPr>
        <p:spPr>
          <a:xfrm>
            <a:off x="8177212" y="5614987"/>
            <a:ext cx="561974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7" name="object 87"/>
          <p:cNvSpPr txBox="1"/>
          <p:nvPr/>
        </p:nvSpPr>
        <p:spPr>
          <a:xfrm>
            <a:off x="8739187" y="5614987"/>
            <a:ext cx="971549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6" name="object 86"/>
          <p:cNvSpPr txBox="1"/>
          <p:nvPr/>
        </p:nvSpPr>
        <p:spPr>
          <a:xfrm>
            <a:off x="9710737" y="5614987"/>
            <a:ext cx="1190624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5" name="object 85"/>
          <p:cNvSpPr txBox="1"/>
          <p:nvPr/>
        </p:nvSpPr>
        <p:spPr>
          <a:xfrm>
            <a:off x="10901362" y="5614987"/>
            <a:ext cx="1147762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4" name="object 84"/>
          <p:cNvSpPr txBox="1"/>
          <p:nvPr/>
        </p:nvSpPr>
        <p:spPr>
          <a:xfrm>
            <a:off x="4819649" y="5819774"/>
            <a:ext cx="890587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3" name="object 83"/>
          <p:cNvSpPr txBox="1"/>
          <p:nvPr/>
        </p:nvSpPr>
        <p:spPr>
          <a:xfrm>
            <a:off x="5710237" y="5819774"/>
            <a:ext cx="10001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2" name="object 82"/>
          <p:cNvSpPr txBox="1"/>
          <p:nvPr/>
        </p:nvSpPr>
        <p:spPr>
          <a:xfrm>
            <a:off x="6710362" y="5819774"/>
            <a:ext cx="146684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1" name="object 81"/>
          <p:cNvSpPr txBox="1"/>
          <p:nvPr/>
        </p:nvSpPr>
        <p:spPr>
          <a:xfrm>
            <a:off x="8177212" y="5819774"/>
            <a:ext cx="56197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0" name="object 80"/>
          <p:cNvSpPr txBox="1"/>
          <p:nvPr/>
        </p:nvSpPr>
        <p:spPr>
          <a:xfrm>
            <a:off x="8739187" y="5819774"/>
            <a:ext cx="97154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9" name="object 79"/>
          <p:cNvSpPr txBox="1"/>
          <p:nvPr/>
        </p:nvSpPr>
        <p:spPr>
          <a:xfrm>
            <a:off x="9710737" y="5819774"/>
            <a:ext cx="11906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8" name="object 78"/>
          <p:cNvSpPr txBox="1"/>
          <p:nvPr/>
        </p:nvSpPr>
        <p:spPr>
          <a:xfrm>
            <a:off x="10901362" y="5819774"/>
            <a:ext cx="114776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7" name="object 77"/>
          <p:cNvSpPr txBox="1"/>
          <p:nvPr/>
        </p:nvSpPr>
        <p:spPr>
          <a:xfrm>
            <a:off x="4819649" y="6019799"/>
            <a:ext cx="890587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6" name="object 76"/>
          <p:cNvSpPr txBox="1"/>
          <p:nvPr/>
        </p:nvSpPr>
        <p:spPr>
          <a:xfrm>
            <a:off x="5710237" y="6019799"/>
            <a:ext cx="10001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5" name="object 75"/>
          <p:cNvSpPr txBox="1"/>
          <p:nvPr/>
        </p:nvSpPr>
        <p:spPr>
          <a:xfrm>
            <a:off x="6710362" y="6019799"/>
            <a:ext cx="146684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4" name="object 74"/>
          <p:cNvSpPr txBox="1"/>
          <p:nvPr/>
        </p:nvSpPr>
        <p:spPr>
          <a:xfrm>
            <a:off x="8177212" y="6019799"/>
            <a:ext cx="56197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3" name="object 73"/>
          <p:cNvSpPr txBox="1"/>
          <p:nvPr/>
        </p:nvSpPr>
        <p:spPr>
          <a:xfrm>
            <a:off x="8739187" y="6019799"/>
            <a:ext cx="97154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2" name="object 72"/>
          <p:cNvSpPr txBox="1"/>
          <p:nvPr/>
        </p:nvSpPr>
        <p:spPr>
          <a:xfrm>
            <a:off x="9710737" y="6019799"/>
            <a:ext cx="11906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1" name="object 71"/>
          <p:cNvSpPr txBox="1"/>
          <p:nvPr/>
        </p:nvSpPr>
        <p:spPr>
          <a:xfrm>
            <a:off x="10901362" y="6019799"/>
            <a:ext cx="114776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0" name="object 70"/>
          <p:cNvSpPr txBox="1"/>
          <p:nvPr/>
        </p:nvSpPr>
        <p:spPr>
          <a:xfrm>
            <a:off x="4819649" y="6219824"/>
            <a:ext cx="890587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9" name="object 69"/>
          <p:cNvSpPr txBox="1"/>
          <p:nvPr/>
        </p:nvSpPr>
        <p:spPr>
          <a:xfrm>
            <a:off x="5710237" y="6219824"/>
            <a:ext cx="1000124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8" name="object 68"/>
          <p:cNvSpPr txBox="1"/>
          <p:nvPr/>
        </p:nvSpPr>
        <p:spPr>
          <a:xfrm>
            <a:off x="6710362" y="6219824"/>
            <a:ext cx="1466849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7" name="object 67"/>
          <p:cNvSpPr txBox="1"/>
          <p:nvPr/>
        </p:nvSpPr>
        <p:spPr>
          <a:xfrm>
            <a:off x="8177212" y="6219824"/>
            <a:ext cx="561974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6" name="object 66"/>
          <p:cNvSpPr txBox="1"/>
          <p:nvPr/>
        </p:nvSpPr>
        <p:spPr>
          <a:xfrm>
            <a:off x="8739187" y="6219824"/>
            <a:ext cx="971549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5" name="object 65"/>
          <p:cNvSpPr txBox="1"/>
          <p:nvPr/>
        </p:nvSpPr>
        <p:spPr>
          <a:xfrm>
            <a:off x="9710737" y="6219824"/>
            <a:ext cx="1190624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4" name="object 64"/>
          <p:cNvSpPr txBox="1"/>
          <p:nvPr/>
        </p:nvSpPr>
        <p:spPr>
          <a:xfrm>
            <a:off x="10901362" y="6219824"/>
            <a:ext cx="1147762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3" name="object 63"/>
          <p:cNvSpPr txBox="1"/>
          <p:nvPr/>
        </p:nvSpPr>
        <p:spPr>
          <a:xfrm>
            <a:off x="4819649" y="6415087"/>
            <a:ext cx="890587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2" name="object 62"/>
          <p:cNvSpPr txBox="1"/>
          <p:nvPr/>
        </p:nvSpPr>
        <p:spPr>
          <a:xfrm>
            <a:off x="5710237" y="6415087"/>
            <a:ext cx="10001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1" name="object 61"/>
          <p:cNvSpPr txBox="1"/>
          <p:nvPr/>
        </p:nvSpPr>
        <p:spPr>
          <a:xfrm>
            <a:off x="6710362" y="6415087"/>
            <a:ext cx="146684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0" name="object 60"/>
          <p:cNvSpPr txBox="1"/>
          <p:nvPr/>
        </p:nvSpPr>
        <p:spPr>
          <a:xfrm>
            <a:off x="8177212" y="6415087"/>
            <a:ext cx="56197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9" name="object 59"/>
          <p:cNvSpPr txBox="1"/>
          <p:nvPr/>
        </p:nvSpPr>
        <p:spPr>
          <a:xfrm>
            <a:off x="8739187" y="6415087"/>
            <a:ext cx="97154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8" name="object 58"/>
          <p:cNvSpPr txBox="1"/>
          <p:nvPr/>
        </p:nvSpPr>
        <p:spPr>
          <a:xfrm>
            <a:off x="9710737" y="6415087"/>
            <a:ext cx="11906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7" name="object 57"/>
          <p:cNvSpPr txBox="1"/>
          <p:nvPr/>
        </p:nvSpPr>
        <p:spPr>
          <a:xfrm>
            <a:off x="10901362" y="6415087"/>
            <a:ext cx="114776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6" name="object 56"/>
          <p:cNvSpPr txBox="1"/>
          <p:nvPr/>
        </p:nvSpPr>
        <p:spPr>
          <a:xfrm>
            <a:off x="4819649" y="6615112"/>
            <a:ext cx="890587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5" name="object 55"/>
          <p:cNvSpPr txBox="1"/>
          <p:nvPr/>
        </p:nvSpPr>
        <p:spPr>
          <a:xfrm>
            <a:off x="5710237" y="6615112"/>
            <a:ext cx="1000124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4" name="object 54"/>
          <p:cNvSpPr txBox="1"/>
          <p:nvPr/>
        </p:nvSpPr>
        <p:spPr>
          <a:xfrm>
            <a:off x="6710362" y="6615112"/>
            <a:ext cx="1466849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8177212" y="6615112"/>
            <a:ext cx="561974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2" name="object 52"/>
          <p:cNvSpPr txBox="1"/>
          <p:nvPr/>
        </p:nvSpPr>
        <p:spPr>
          <a:xfrm>
            <a:off x="8739187" y="6615112"/>
            <a:ext cx="971549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1" name="object 51"/>
          <p:cNvSpPr txBox="1"/>
          <p:nvPr/>
        </p:nvSpPr>
        <p:spPr>
          <a:xfrm>
            <a:off x="9710737" y="6615112"/>
            <a:ext cx="1190624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0" name="object 50"/>
          <p:cNvSpPr txBox="1"/>
          <p:nvPr/>
        </p:nvSpPr>
        <p:spPr>
          <a:xfrm>
            <a:off x="10901362" y="6615112"/>
            <a:ext cx="1147762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9" name="object 49"/>
          <p:cNvSpPr txBox="1"/>
          <p:nvPr/>
        </p:nvSpPr>
        <p:spPr>
          <a:xfrm>
            <a:off x="380999" y="5333999"/>
            <a:ext cx="1214437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8" name="object 48"/>
          <p:cNvSpPr txBox="1"/>
          <p:nvPr/>
        </p:nvSpPr>
        <p:spPr>
          <a:xfrm>
            <a:off x="1595437" y="5333999"/>
            <a:ext cx="1000124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7" name="object 47"/>
          <p:cNvSpPr txBox="1"/>
          <p:nvPr/>
        </p:nvSpPr>
        <p:spPr>
          <a:xfrm>
            <a:off x="2595562" y="5333999"/>
            <a:ext cx="1509712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6" name="object 46"/>
          <p:cNvSpPr txBox="1"/>
          <p:nvPr/>
        </p:nvSpPr>
        <p:spPr>
          <a:xfrm>
            <a:off x="380999" y="5614987"/>
            <a:ext cx="1214437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5" name="object 45"/>
          <p:cNvSpPr txBox="1"/>
          <p:nvPr/>
        </p:nvSpPr>
        <p:spPr>
          <a:xfrm>
            <a:off x="1595437" y="5614987"/>
            <a:ext cx="1000124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4" name="object 44"/>
          <p:cNvSpPr txBox="1"/>
          <p:nvPr/>
        </p:nvSpPr>
        <p:spPr>
          <a:xfrm>
            <a:off x="2595562" y="5614987"/>
            <a:ext cx="1509712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3" name="object 43"/>
          <p:cNvSpPr txBox="1"/>
          <p:nvPr/>
        </p:nvSpPr>
        <p:spPr>
          <a:xfrm>
            <a:off x="380999" y="5819774"/>
            <a:ext cx="1214437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1595437" y="5819774"/>
            <a:ext cx="10001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2595562" y="5819774"/>
            <a:ext cx="150971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380999" y="6019799"/>
            <a:ext cx="1214437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1595437" y="6019799"/>
            <a:ext cx="10001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2595562" y="6019799"/>
            <a:ext cx="150971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380999" y="6219824"/>
            <a:ext cx="1214437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1595437" y="6219824"/>
            <a:ext cx="1000124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2595562" y="6219824"/>
            <a:ext cx="1509712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380999" y="6410324"/>
            <a:ext cx="1214437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1595437" y="6410324"/>
            <a:ext cx="10001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2595562" y="6410324"/>
            <a:ext cx="150971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4757737" y="5100637"/>
            <a:ext cx="7581899" cy="19430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109537">
              <a:lnSpc>
                <a:spcPct val="83333"/>
              </a:lnSpc>
              <a:spcBef>
                <a:spcPts val="2187"/>
              </a:spcBef>
            </a:pPr>
            <a:r>
              <a:rPr dirty="0" smtClean="0" spc="31" sz="800">
                <a:solidFill>
                  <a:srgbClr val="252423"/>
                </a:solidFill>
                <a:latin typeface="Segoe Fluent Icons"/>
                <a:cs typeface="Segoe Fluent Icons"/>
              </a:rPr>
              <a:t></a:t>
            </a:r>
            <a:endParaRPr sz="800">
              <a:latin typeface="Segoe Fluent Icons"/>
              <a:cs typeface="Segoe Fluent Ico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9087" y="5100637"/>
            <a:ext cx="4343399" cy="19430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8183879" y="4136435"/>
            <a:ext cx="202447" cy="2913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8183879" y="3759177"/>
            <a:ext cx="370962" cy="2913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2390609" y="3435933"/>
            <a:ext cx="487997" cy="657911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8183879" y="3381919"/>
            <a:ext cx="537752" cy="2913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8183879" y="3004661"/>
            <a:ext cx="1755316" cy="2913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1754090" y="2793084"/>
            <a:ext cx="487997" cy="130075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1117572" y="2695375"/>
            <a:ext cx="487997" cy="139846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8183879" y="2627403"/>
            <a:ext cx="1935908" cy="2913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357187" y="2347912"/>
            <a:ext cx="3471862" cy="2676524"/>
          </a:xfrm>
          <a:prstGeom prst="rect">
            <a:avLst/>
          </a:prstGeom>
        </p:spPr>
        <p:txBody>
          <a:bodyPr bIns="0" lIns="0" rIns="0" rtlCol="0" tIns="5755" wrap="square">
            <a:noAutofit/>
          </a:bodyPr>
          <a:lstStyle/>
          <a:p>
            <a:pPr>
              <a:lnSpc>
                <a:spcPts val="950"/>
              </a:lnSpc>
            </a:pPr>
            <a:endParaRPr sz="950"/>
          </a:p>
          <a:p>
            <a:pPr algn="ctr" marL="840617" marR="1667096">
              <a:lnSpc>
                <a:spcPts val="1379"/>
              </a:lnSpc>
            </a:pPr>
            <a:r>
              <a:rPr dirty="0" smtClean="0" spc="-17" sz="1200">
                <a:latin typeface="Times New Roman"/>
                <a:cs typeface="Times New Roman"/>
              </a:rPr>
              <a:t>3</a:t>
            </a:r>
            <a:r>
              <a:rPr dirty="0" smtClean="0" spc="-98" sz="1200">
                <a:latin typeface="Times New Roman"/>
                <a:cs typeface="Times New Roman"/>
              </a:rPr>
              <a:t>.</a:t>
            </a:r>
            <a:r>
              <a:rPr dirty="0" smtClean="0" spc="-17" sz="1200">
                <a:latin typeface="Times New Roman"/>
                <a:cs typeface="Times New Roman"/>
              </a:rPr>
              <a:t>4</a:t>
            </a:r>
            <a:r>
              <a:rPr dirty="0" smtClean="0" spc="-164" sz="1200">
                <a:latin typeface="Times New Roman"/>
                <a:cs typeface="Times New Roman"/>
              </a:rPr>
              <a:t>K</a:t>
            </a:r>
            <a:r>
              <a:rPr dirty="0" smtClean="0" spc="0" sz="1200">
                <a:latin typeface="Times New Roman"/>
                <a:cs typeface="Times New Roman"/>
              </a:rPr>
              <a:t>         </a:t>
            </a:r>
            <a:r>
              <a:rPr dirty="0" smtClean="0" spc="-69" sz="1200">
                <a:latin typeface="Times New Roman"/>
                <a:cs typeface="Times New Roman"/>
              </a:rPr>
              <a:t> </a:t>
            </a:r>
            <a:r>
              <a:rPr baseline="-36234" dirty="0" smtClean="0" spc="-17" sz="1800">
                <a:latin typeface="Times New Roman"/>
                <a:cs typeface="Times New Roman"/>
              </a:rPr>
              <a:t>3</a:t>
            </a:r>
            <a:r>
              <a:rPr baseline="-36234" dirty="0" smtClean="0" spc="-98" sz="1800">
                <a:latin typeface="Times New Roman"/>
                <a:cs typeface="Times New Roman"/>
              </a:rPr>
              <a:t>.</a:t>
            </a:r>
            <a:r>
              <a:rPr baseline="-36234" dirty="0" smtClean="0" spc="-17" sz="1800">
                <a:latin typeface="Times New Roman"/>
                <a:cs typeface="Times New Roman"/>
              </a:rPr>
              <a:t>2</a:t>
            </a:r>
            <a:r>
              <a:rPr baseline="-36234" dirty="0" smtClean="0" spc="-164" sz="1800">
                <a:latin typeface="Times New Roman"/>
                <a:cs typeface="Times New Roman"/>
              </a:rPr>
              <a:t>K</a:t>
            </a:r>
            <a:endParaRPr sz="1200">
              <a:latin typeface="Times New Roman"/>
              <a:cs typeface="Times New Roman"/>
            </a:endParaRPr>
          </a:p>
          <a:p>
            <a:pPr marL="273456">
              <a:lnSpc>
                <a:spcPts val="1202"/>
              </a:lnSpc>
              <a:spcBef>
                <a:spcPts val="4388"/>
              </a:spcBef>
            </a:pPr>
            <a:r>
              <a:rPr baseline="14493" dirty="0" smtClean="0" spc="-64" sz="1500">
                <a:latin typeface="Times New Roman"/>
                <a:cs typeface="Times New Roman"/>
              </a:rPr>
              <a:t>2</a:t>
            </a:r>
            <a:r>
              <a:rPr baseline="14493" dirty="0" smtClean="0" spc="-93" sz="1500">
                <a:latin typeface="Times New Roman"/>
                <a:cs typeface="Times New Roman"/>
              </a:rPr>
              <a:t>K</a:t>
            </a:r>
            <a:r>
              <a:rPr baseline="14493" dirty="0" smtClean="0" spc="-32" sz="1500">
                <a:latin typeface="Times New Roman"/>
                <a:cs typeface="Times New Roman"/>
              </a:rPr>
              <a:t>                                                             </a:t>
            </a:r>
            <a:r>
              <a:rPr baseline="14493" dirty="0" smtClean="0" spc="148" sz="1500">
                <a:latin typeface="Times New Roman"/>
                <a:cs typeface="Times New Roman"/>
              </a:rPr>
              <a:t> </a:t>
            </a:r>
            <a:r>
              <a:rPr dirty="0" smtClean="0" spc="-17" sz="1200">
                <a:latin typeface="Times New Roman"/>
                <a:cs typeface="Times New Roman"/>
              </a:rPr>
              <a:t>1</a:t>
            </a:r>
            <a:r>
              <a:rPr dirty="0" smtClean="0" spc="-98" sz="1200">
                <a:latin typeface="Times New Roman"/>
                <a:cs typeface="Times New Roman"/>
              </a:rPr>
              <a:t>.</a:t>
            </a:r>
            <a:r>
              <a:rPr dirty="0" smtClean="0" spc="-17" sz="1200">
                <a:latin typeface="Times New Roman"/>
                <a:cs typeface="Times New Roman"/>
              </a:rPr>
              <a:t>6</a:t>
            </a:r>
            <a:r>
              <a:rPr dirty="0" smtClean="0" spc="-164" sz="1200">
                <a:latin typeface="Times New Roman"/>
                <a:cs typeface="Times New Roman"/>
              </a:rPr>
              <a:t>K</a:t>
            </a:r>
            <a:endParaRPr sz="1200">
              <a:latin typeface="Times New Roman"/>
              <a:cs typeface="Times New Roman"/>
            </a:endParaRPr>
          </a:p>
          <a:p>
            <a:pPr marL="273456">
              <a:lnSpc>
                <a:spcPct val="95825"/>
              </a:lnSpc>
              <a:spcBef>
                <a:spcPts val="2010"/>
              </a:spcBef>
            </a:pPr>
            <a:r>
              <a:rPr dirty="0" smtClean="0" spc="-76" sz="1000">
                <a:latin typeface="Times New Roman"/>
                <a:cs typeface="Times New Roman"/>
              </a:rPr>
              <a:t>1</a:t>
            </a:r>
            <a:r>
              <a:rPr dirty="0" smtClean="0" spc="-76" sz="1000">
                <a:latin typeface="Times New Roman"/>
                <a:cs typeface="Times New Roman"/>
              </a:rPr>
              <a:t>K</a:t>
            </a:r>
            <a:endParaRPr sz="1000">
              <a:latin typeface="Times New Roman"/>
              <a:cs typeface="Times New Roman"/>
            </a:endParaRPr>
          </a:p>
          <a:p>
            <a:pPr algn="ctr" marL="1769754" marR="1302315">
              <a:lnSpc>
                <a:spcPct val="101277"/>
              </a:lnSpc>
              <a:spcBef>
                <a:spcPts val="8249"/>
              </a:spcBef>
            </a:pPr>
            <a:r>
              <a:rPr dirty="0" smtClean="0" sz="1200">
                <a:solidFill>
                  <a:srgbClr val="252423"/>
                </a:solidFill>
                <a:latin typeface="Verdana"/>
                <a:cs typeface="Verdana"/>
              </a:rPr>
              <a:t>Area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29049" y="2347912"/>
            <a:ext cx="3362324" cy="26765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355183">
              <a:lnSpc>
                <a:spcPct val="95825"/>
              </a:lnSpc>
              <a:spcBef>
                <a:spcPts val="14103"/>
              </a:spcBef>
            </a:pPr>
            <a:r>
              <a:rPr dirty="0" smtClean="0" spc="-83" sz="1500">
                <a:latin typeface="Times New Roman"/>
                <a:cs typeface="Times New Roman"/>
              </a:rPr>
              <a:t>(</a:t>
            </a:r>
            <a:r>
              <a:rPr dirty="0" smtClean="0" spc="-83" sz="1500">
                <a:latin typeface="Times New Roman"/>
                <a:cs typeface="Times New Roman"/>
              </a:rPr>
              <a:t>5</a:t>
            </a:r>
            <a:r>
              <a:rPr dirty="0" smtClean="0" spc="-83" sz="1500">
                <a:latin typeface="Times New Roman"/>
                <a:cs typeface="Times New Roman"/>
              </a:rPr>
              <a:t>2</a:t>
            </a:r>
            <a:r>
              <a:rPr dirty="0" smtClean="0" spc="-83" sz="1500">
                <a:latin typeface="Times New Roman"/>
                <a:cs typeface="Times New Roman"/>
              </a:rPr>
              <a:t>.</a:t>
            </a:r>
            <a:r>
              <a:rPr dirty="0" smtClean="0" spc="-83" sz="1500">
                <a:latin typeface="Times New Roman"/>
                <a:cs typeface="Times New Roman"/>
              </a:rPr>
              <a:t>13</a:t>
            </a:r>
            <a:r>
              <a:rPr dirty="0" smtClean="0" spc="-83" sz="1500">
                <a:latin typeface="Times New Roman"/>
                <a:cs typeface="Times New Roman"/>
              </a:rPr>
              <a:t>%</a:t>
            </a:r>
            <a:r>
              <a:rPr dirty="0" smtClean="0" spc="-83" sz="150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  <a:p>
            <a:pPr marL="1039713">
              <a:lnSpc>
                <a:spcPct val="101277"/>
              </a:lnSpc>
              <a:spcBef>
                <a:spcPts val="1826"/>
              </a:spcBef>
            </a:pPr>
            <a:r>
              <a:rPr b="1" dirty="0" smtClean="0" spc="0" sz="1400">
                <a:latin typeface="Verdana"/>
                <a:cs typeface="Verdana"/>
              </a:rPr>
              <a:t>Male</a:t>
            </a:r>
            <a:r>
              <a:rPr b="1" dirty="0" smtClean="0" spc="0" sz="1400">
                <a:latin typeface="Verdana"/>
                <a:cs typeface="Verdana"/>
              </a:rPr>
              <a:t>  </a:t>
            </a:r>
            <a:r>
              <a:rPr b="1" dirty="0" smtClean="0" spc="169" sz="1400">
                <a:latin typeface="Verdana"/>
                <a:cs typeface="Verdana"/>
              </a:rPr>
              <a:t> </a:t>
            </a:r>
            <a:r>
              <a:rPr b="1" dirty="0" smtClean="0" spc="0" sz="1400">
                <a:latin typeface="Verdana"/>
                <a:cs typeface="Verdana"/>
              </a:rPr>
              <a:t>Female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91374" y="2347912"/>
            <a:ext cx="3309937" cy="2676524"/>
          </a:xfrm>
          <a:prstGeom prst="rect">
            <a:avLst/>
          </a:prstGeom>
        </p:spPr>
        <p:txBody>
          <a:bodyPr bIns="0" lIns="0" rIns="0" rtlCol="0" tIns="4462" wrap="square">
            <a:noAutofit/>
          </a:bodyPr>
          <a:lstStyle/>
          <a:p>
            <a:pPr>
              <a:lnSpc>
                <a:spcPts val="500"/>
              </a:lnSpc>
            </a:pPr>
            <a:endParaRPr sz="500"/>
          </a:p>
          <a:p>
            <a:pPr marL="484405">
              <a:lnSpc>
                <a:spcPct val="95825"/>
              </a:lnSpc>
              <a:spcBef>
                <a:spcPts val="14000"/>
              </a:spcBef>
            </a:pPr>
            <a:r>
              <a:rPr dirty="0" smtClean="0" spc="0" sz="1200">
                <a:latin typeface="Times New Roman"/>
                <a:cs typeface="Times New Roman"/>
              </a:rPr>
              <a:t>60</a:t>
            </a:r>
            <a:r>
              <a:rPr dirty="0" smtClean="0" spc="0" sz="1200">
                <a:latin typeface="Times New Roman"/>
                <a:cs typeface="Times New Roman"/>
              </a:rPr>
              <a:t>+</a:t>
            </a:r>
            <a:r>
              <a:rPr dirty="0" smtClean="0" spc="0" sz="1200">
                <a:latin typeface="Times New Roman"/>
                <a:cs typeface="Times New Roman"/>
              </a:rPr>
              <a:t>y</a:t>
            </a:r>
            <a:r>
              <a:rPr dirty="0" smtClean="0" spc="0" sz="1200">
                <a:latin typeface="Times New Roman"/>
                <a:cs typeface="Times New Roman"/>
              </a:rPr>
              <a:t>r</a:t>
            </a:r>
            <a:r>
              <a:rPr dirty="0" smtClean="0" spc="0" sz="1200">
                <a:latin typeface="Times New Roman"/>
                <a:cs typeface="Times New Roman"/>
              </a:rPr>
              <a:t>s</a:t>
            </a:r>
            <a:r>
              <a:rPr dirty="0" smtClean="0" spc="0" sz="1200">
                <a:latin typeface="Times New Roman"/>
                <a:cs typeface="Times New Roman"/>
              </a:rPr>
              <a:t>        </a:t>
            </a:r>
            <a:r>
              <a:rPr dirty="0" smtClean="0" spc="133" sz="1200">
                <a:latin typeface="Times New Roman"/>
                <a:cs typeface="Times New Roman"/>
              </a:rPr>
              <a:t> </a:t>
            </a:r>
            <a:r>
              <a:rPr dirty="0" smtClean="0" spc="-17" sz="1200">
                <a:latin typeface="Times New Roman"/>
                <a:cs typeface="Times New Roman"/>
              </a:rPr>
              <a:t>0</a:t>
            </a:r>
            <a:r>
              <a:rPr dirty="0" smtClean="0" spc="-98" sz="1200">
                <a:latin typeface="Times New Roman"/>
                <a:cs typeface="Times New Roman"/>
              </a:rPr>
              <a:t>.</a:t>
            </a:r>
            <a:r>
              <a:rPr dirty="0" smtClean="0" spc="-17" sz="1200">
                <a:latin typeface="Times New Roman"/>
                <a:cs typeface="Times New Roman"/>
              </a:rPr>
              <a:t>4</a:t>
            </a:r>
            <a:r>
              <a:rPr dirty="0" smtClean="0" spc="-164" sz="1200">
                <a:latin typeface="Times New Roman"/>
                <a:cs typeface="Times New Roman"/>
              </a:rPr>
              <a:t>K</a:t>
            </a:r>
            <a:endParaRPr sz="1200">
              <a:latin typeface="Times New Roman"/>
              <a:cs typeface="Times New Roman"/>
            </a:endParaRPr>
          </a:p>
          <a:p>
            <a:pPr marL="1533643">
              <a:lnSpc>
                <a:spcPct val="101277"/>
              </a:lnSpc>
              <a:spcBef>
                <a:spcPts val="3450"/>
              </a:spcBef>
            </a:pPr>
            <a:r>
              <a:rPr b="1" dirty="0" smtClean="0" sz="1200">
                <a:solidFill>
                  <a:srgbClr val="252423"/>
                </a:solidFill>
                <a:latin typeface="Verdana"/>
                <a:cs typeface="Verdana"/>
              </a:rPr>
              <a:t>Beneficiaries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91649" y="590549"/>
            <a:ext cx="1076324" cy="2285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9391649" y="819149"/>
            <a:ext cx="10763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 marL="3274">
              <a:lnSpc>
                <a:spcPct val="95825"/>
              </a:lnSpc>
            </a:pPr>
            <a:r>
              <a:rPr dirty="0" smtClean="0" spc="-66" sz="1300">
                <a:latin typeface="Times New Roman"/>
                <a:cs typeface="Times New Roman"/>
              </a:rPr>
              <a:t>M</a:t>
            </a:r>
            <a:r>
              <a:rPr dirty="0" smtClean="0" spc="-66" sz="1300">
                <a:latin typeface="Times New Roman"/>
                <a:cs typeface="Times New Roman"/>
              </a:rPr>
              <a:t>a</a:t>
            </a:r>
            <a:r>
              <a:rPr dirty="0" smtClean="0" spc="-66" sz="1300">
                <a:latin typeface="Times New Roman"/>
                <a:cs typeface="Times New Roman"/>
              </a:rPr>
              <a:t>nb</a:t>
            </a:r>
            <a:r>
              <a:rPr dirty="0" smtClean="0" spc="-66" sz="1300">
                <a:latin typeface="Times New Roman"/>
                <a:cs typeface="Times New Roman"/>
              </a:rPr>
              <a:t>i</a:t>
            </a:r>
            <a:r>
              <a:rPr dirty="0" smtClean="0" spc="-66" sz="1300">
                <a:latin typeface="Times New Roman"/>
                <a:cs typeface="Times New Roman"/>
              </a:rPr>
              <a:t>j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91649" y="1057274"/>
            <a:ext cx="10763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9391649" y="1295399"/>
            <a:ext cx="1076324" cy="228599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 marL="3274">
              <a:lnSpc>
                <a:spcPct val="95825"/>
              </a:lnSpc>
            </a:pPr>
            <a:r>
              <a:rPr dirty="0" smtClean="0" spc="-36" sz="1300">
                <a:latin typeface="Times New Roman"/>
                <a:cs typeface="Times New Roman"/>
              </a:rPr>
              <a:t>z</a:t>
            </a:r>
            <a:r>
              <a:rPr dirty="0" smtClean="0" spc="-36" sz="1300">
                <a:latin typeface="Times New Roman"/>
                <a:cs typeface="Times New Roman"/>
              </a:rPr>
              <a:t>_N</a:t>
            </a:r>
            <a:r>
              <a:rPr dirty="0" smtClean="0" spc="-36" sz="1300">
                <a:latin typeface="Times New Roman"/>
                <a:cs typeface="Times New Roman"/>
              </a:rPr>
              <a:t>ot_Su</a:t>
            </a:r>
            <a:r>
              <a:rPr dirty="0" smtClean="0" spc="-36" sz="1300">
                <a:latin typeface="Times New Roman"/>
                <a:cs typeface="Times New Roman"/>
              </a:rPr>
              <a:t>pp</a:t>
            </a:r>
            <a:r>
              <a:rPr dirty="0" smtClean="0" spc="-36" sz="1300">
                <a:latin typeface="Times New Roman"/>
                <a:cs typeface="Times New Roman"/>
              </a:rPr>
              <a:t>l</a:t>
            </a:r>
            <a:r>
              <a:rPr dirty="0" smtClean="0" spc="-36" sz="1300">
                <a:latin typeface="Times New Roman"/>
                <a:cs typeface="Times New Roman"/>
              </a:rPr>
              <a:t>i</a:t>
            </a:r>
            <a:r>
              <a:rPr dirty="0" smtClean="0" spc="-36" sz="1300">
                <a:latin typeface="Times New Roman"/>
                <a:cs typeface="Times New Roman"/>
              </a:rPr>
              <a:t>ed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15699" y="552449"/>
            <a:ext cx="962024" cy="2285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11506199" y="1019174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11506199" y="1257299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-42" sz="1300">
                <a:latin typeface="Times New Roman"/>
                <a:cs typeface="Times New Roman"/>
              </a:rPr>
              <a:t>M</a:t>
            </a:r>
            <a:r>
              <a:rPr dirty="0" smtClean="0" spc="-42" sz="1300">
                <a:latin typeface="Times New Roman"/>
                <a:cs typeface="Times New Roman"/>
              </a:rPr>
              <a:t>a</a:t>
            </a:r>
            <a:r>
              <a:rPr dirty="0" smtClean="0" spc="-42" sz="1300">
                <a:latin typeface="Times New Roman"/>
                <a:cs typeface="Times New Roman"/>
              </a:rPr>
              <a:t>r</a:t>
            </a:r>
            <a:r>
              <a:rPr dirty="0" smtClean="0" spc="-42" sz="1300">
                <a:latin typeface="Times New Roman"/>
                <a:cs typeface="Times New Roman"/>
              </a:rPr>
              <a:t>c</a:t>
            </a:r>
            <a:r>
              <a:rPr dirty="0" smtClean="0" spc="-42" sz="1300">
                <a:latin typeface="Times New Roman"/>
                <a:cs typeface="Times New Roman"/>
              </a:rPr>
              <a:t>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06199" y="1495424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11506199" y="1733549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-94" sz="1300">
                <a:latin typeface="Times New Roman"/>
                <a:cs typeface="Times New Roman"/>
              </a:rPr>
              <a:t>M</a:t>
            </a:r>
            <a:r>
              <a:rPr dirty="0" smtClean="0" spc="-94" sz="1300">
                <a:latin typeface="Times New Roman"/>
                <a:cs typeface="Times New Roman"/>
              </a:rPr>
              <a:t>a</a:t>
            </a:r>
            <a:r>
              <a:rPr dirty="0" smtClean="0" spc="-94" sz="130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06199" y="1971674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11506199" y="2209799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11506199" y="2447924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-19" sz="1300">
                <a:latin typeface="Times New Roman"/>
                <a:cs typeface="Times New Roman"/>
              </a:rPr>
              <a:t>A</a:t>
            </a:r>
            <a:r>
              <a:rPr dirty="0" smtClean="0" spc="-19" sz="1300">
                <a:latin typeface="Times New Roman"/>
                <a:cs typeface="Times New Roman"/>
              </a:rPr>
              <a:t>u</a:t>
            </a:r>
            <a:r>
              <a:rPr dirty="0" smtClean="0" spc="-19" sz="1300">
                <a:latin typeface="Times New Roman"/>
                <a:cs typeface="Times New Roman"/>
              </a:rPr>
              <a:t>g</a:t>
            </a:r>
            <a:r>
              <a:rPr dirty="0" smtClean="0" spc="-19" sz="1300">
                <a:latin typeface="Times New Roman"/>
                <a:cs typeface="Times New Roman"/>
              </a:rPr>
              <a:t>u</a:t>
            </a:r>
            <a:r>
              <a:rPr dirty="0" smtClean="0" spc="-19" sz="1300">
                <a:latin typeface="Times New Roman"/>
                <a:cs typeface="Times New Roman"/>
              </a:rPr>
              <a:t>s</a:t>
            </a:r>
            <a:r>
              <a:rPr dirty="0" smtClean="0" spc="-19" sz="1300">
                <a:latin typeface="Times New Roman"/>
                <a:cs typeface="Times New Roman"/>
              </a:rPr>
              <a:t>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06199" y="2686049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11506199" y="2924174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11506199" y="3162299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-3" sz="1300">
                <a:latin typeface="Times New Roman"/>
                <a:cs typeface="Times New Roman"/>
              </a:rPr>
              <a:t>N</a:t>
            </a:r>
            <a:r>
              <a:rPr dirty="0" smtClean="0" spc="-3" sz="1300">
                <a:latin typeface="Times New Roman"/>
                <a:cs typeface="Times New Roman"/>
              </a:rPr>
              <a:t>o</a:t>
            </a:r>
            <a:r>
              <a:rPr dirty="0" smtClean="0" spc="-3" sz="1300">
                <a:latin typeface="Times New Roman"/>
                <a:cs typeface="Times New Roman"/>
              </a:rPr>
              <a:t>v</a:t>
            </a:r>
            <a:r>
              <a:rPr dirty="0" smtClean="0" spc="-3" sz="1300">
                <a:latin typeface="Times New Roman"/>
                <a:cs typeface="Times New Roman"/>
              </a:rPr>
              <a:t>em</a:t>
            </a:r>
            <a:r>
              <a:rPr dirty="0" smtClean="0" spc="-3" sz="1300">
                <a:latin typeface="Times New Roman"/>
                <a:cs typeface="Times New Roman"/>
              </a:rPr>
              <a:t>b</a:t>
            </a:r>
            <a:r>
              <a:rPr dirty="0" smtClean="0" spc="-3" sz="1300">
                <a:latin typeface="Times New Roman"/>
                <a:cs typeface="Times New Roman"/>
              </a:rPr>
              <a:t>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06199" y="3400424"/>
            <a:ext cx="771524" cy="2285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228599" y="228599"/>
            <a:ext cx="12191999" cy="6857999"/>
          </a:xfrm>
          <a:prstGeom prst="rect">
            <a:avLst/>
          </a:prstGeom>
        </p:spPr>
        <p:txBody>
          <a:bodyPr bIns="0" lIns="0" rIns="0" rtlCol="0" tIns="595" wrap="square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algn="r" marR="346769">
              <a:lnSpc>
                <a:spcPts val="1379"/>
              </a:lnSpc>
            </a:pPr>
            <a:r>
              <a:rPr baseline="-14493" dirty="0" smtClean="0" spc="-44" sz="1800">
                <a:solidFill>
                  <a:srgbClr val="252423"/>
                </a:solidFill>
                <a:latin typeface="Times New Roman"/>
                <a:cs typeface="Times New Roman"/>
              </a:rPr>
              <a:t>F</a:t>
            </a:r>
            <a:r>
              <a:rPr baseline="-14493" dirty="0" smtClean="0" spc="0" sz="1800">
                <a:solidFill>
                  <a:srgbClr val="252423"/>
                </a:solidFill>
                <a:latin typeface="Times New Roman"/>
                <a:cs typeface="Times New Roman"/>
              </a:rPr>
              <a:t>ilter</a:t>
            </a:r>
            <a:r>
              <a:rPr baseline="-14493" dirty="0" smtClean="0" spc="-8" sz="18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baseline="-14493" dirty="0" smtClean="0" spc="-83" sz="1800">
                <a:solidFill>
                  <a:srgbClr val="252423"/>
                </a:solidFill>
                <a:latin typeface="Times New Roman"/>
                <a:cs typeface="Times New Roman"/>
              </a:rPr>
              <a:t>By</a:t>
            </a:r>
            <a:r>
              <a:rPr baseline="-14493" dirty="0" smtClean="0" spc="-19" sz="18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baseline="-14493" dirty="0" smtClean="0" spc="0" sz="1800">
                <a:solidFill>
                  <a:srgbClr val="252423"/>
                </a:solidFill>
                <a:latin typeface="Times New Roman"/>
                <a:cs typeface="Times New Roman"/>
              </a:rPr>
              <a:t>Area</a:t>
            </a:r>
            <a:r>
              <a:rPr baseline="-14493" dirty="0" smtClean="0" spc="0" sz="1800">
                <a:solidFill>
                  <a:srgbClr val="252423"/>
                </a:solidFill>
                <a:latin typeface="Times New Roman"/>
                <a:cs typeface="Times New Roman"/>
              </a:rPr>
              <a:t>                   </a:t>
            </a:r>
            <a:r>
              <a:rPr baseline="-14493" dirty="0" smtClean="0" spc="23" sz="18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44" sz="1200">
                <a:solidFill>
                  <a:srgbClr val="252423"/>
                </a:solidFill>
                <a:latin typeface="Times New Roman"/>
                <a:cs typeface="Times New Roman"/>
              </a:rPr>
              <a:t>F</a:t>
            </a:r>
            <a:r>
              <a:rPr dirty="0" smtClean="0" spc="0" sz="1200">
                <a:solidFill>
                  <a:srgbClr val="252423"/>
                </a:solidFill>
                <a:latin typeface="Times New Roman"/>
                <a:cs typeface="Times New Roman"/>
              </a:rPr>
              <a:t>ilter</a:t>
            </a:r>
            <a:r>
              <a:rPr dirty="0" smtClean="0" spc="-8" sz="12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83" sz="1200">
                <a:solidFill>
                  <a:srgbClr val="252423"/>
                </a:solidFill>
                <a:latin typeface="Times New Roman"/>
                <a:cs typeface="Times New Roman"/>
              </a:rPr>
              <a:t>By</a:t>
            </a:r>
            <a:r>
              <a:rPr dirty="0" smtClean="0" spc="-19" sz="12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337" sz="1200">
                <a:solidFill>
                  <a:srgbClr val="252423"/>
                </a:solidFill>
                <a:latin typeface="Times New Roman"/>
                <a:cs typeface="Times New Roman"/>
              </a:rPr>
              <a:t>Y</a:t>
            </a:r>
            <a:r>
              <a:rPr dirty="0" smtClean="0" spc="-10" sz="1200">
                <a:solidFill>
                  <a:srgbClr val="252423"/>
                </a:solidFill>
                <a:latin typeface="Times New Roman"/>
                <a:cs typeface="Times New Roman"/>
              </a:rPr>
              <a:t>ear/Mth</a:t>
            </a:r>
            <a:endParaRPr sz="1200">
              <a:latin typeface="Times New Roman"/>
              <a:cs typeface="Times New Roman"/>
            </a:endParaRPr>
          </a:p>
          <a:p>
            <a:pPr algn="r" marR="785626">
              <a:lnSpc>
                <a:spcPts val="1294"/>
              </a:lnSpc>
              <a:spcBef>
                <a:spcPts val="625"/>
              </a:spcBef>
            </a:pP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71" sz="1300">
                <a:latin typeface="Times New Roman"/>
                <a:cs typeface="Times New Roman"/>
              </a:rPr>
              <a:t>K</a:t>
            </a:r>
            <a:r>
              <a:rPr dirty="0" smtClean="0" spc="-25" sz="1300">
                <a:latin typeface="Times New Roman"/>
                <a:cs typeface="Times New Roman"/>
              </a:rPr>
              <a:t>ob</a:t>
            </a:r>
            <a:r>
              <a:rPr dirty="0" smtClean="0" spc="-23" sz="1300">
                <a:latin typeface="Times New Roman"/>
                <a:cs typeface="Times New Roman"/>
              </a:rPr>
              <a:t>a</a:t>
            </a:r>
            <a:r>
              <a:rPr dirty="0" smtClean="0" spc="-25" sz="1300">
                <a:latin typeface="Times New Roman"/>
                <a:cs typeface="Times New Roman"/>
              </a:rPr>
              <a:t>ne</a:t>
            </a:r>
            <a:r>
              <a:rPr dirty="0" smtClean="0" spc="-12" sz="1300">
                <a:latin typeface="Times New Roman"/>
                <a:cs typeface="Times New Roman"/>
              </a:rPr>
              <a:t>                      </a:t>
            </a:r>
            <a:r>
              <a:rPr dirty="0" smtClean="0" spc="241" sz="1300">
                <a:latin typeface="Times New Roman"/>
                <a:cs typeface="Times New Roman"/>
              </a:rPr>
              <a:t> </a:t>
            </a:r>
            <a:r>
              <a:rPr baseline="7692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</a:t>
            </a:r>
            <a:r>
              <a:rPr baseline="7692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0" sz="1300">
                <a:solidFill>
                  <a:srgbClr val="C7C7C7"/>
                </a:solidFill>
                <a:latin typeface="Segoe Fluent Icons"/>
                <a:cs typeface="Segoe Fluent Icons"/>
              </a:rPr>
              <a:t></a:t>
            </a:r>
            <a:r>
              <a:rPr dirty="0" smtClean="0" spc="219" sz="130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baseline="13379" dirty="0" smtClean="0" spc="-19" sz="1950">
                <a:latin typeface="Times New Roman"/>
                <a:cs typeface="Times New Roman"/>
              </a:rPr>
              <a:t>2021</a:t>
            </a:r>
            <a:endParaRPr sz="1300">
              <a:latin typeface="Times New Roman"/>
              <a:cs typeface="Times New Roman"/>
            </a:endParaRPr>
          </a:p>
          <a:p>
            <a:pPr algn="r" marR="317460">
              <a:lnSpc>
                <a:spcPts val="1294"/>
              </a:lnSpc>
              <a:spcBef>
                <a:spcPts val="2455"/>
              </a:spcBef>
            </a:pPr>
            <a:r>
              <a:rPr baseline="-25641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25641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baseline="-13379" dirty="0" smtClean="0" spc="0" sz="1950">
                <a:latin typeface="Times New Roman"/>
                <a:cs typeface="Times New Roman"/>
              </a:rPr>
              <a:t>R</a:t>
            </a:r>
            <a:r>
              <a:rPr baseline="-13379" dirty="0" smtClean="0" spc="0" sz="1950">
                <a:latin typeface="Times New Roman"/>
                <a:cs typeface="Times New Roman"/>
              </a:rPr>
              <a:t>a</a:t>
            </a:r>
            <a:r>
              <a:rPr baseline="-13379" dirty="0" smtClean="0" spc="0" sz="1950">
                <a:latin typeface="Times New Roman"/>
                <a:cs typeface="Times New Roman"/>
              </a:rPr>
              <a:t>qq</a:t>
            </a:r>
            <a:r>
              <a:rPr baseline="-13379" dirty="0" smtClean="0" spc="0" sz="1950">
                <a:latin typeface="Times New Roman"/>
                <a:cs typeface="Times New Roman"/>
              </a:rPr>
              <a:t>a</a:t>
            </a:r>
            <a:r>
              <a:rPr baseline="-13379" dirty="0" smtClean="0" spc="0" sz="1950">
                <a:latin typeface="Times New Roman"/>
                <a:cs typeface="Times New Roman"/>
              </a:rPr>
              <a:t>                            </a:t>
            </a:r>
            <a:r>
              <a:rPr baseline="-13379" dirty="0" smtClean="0" spc="42" sz="1950">
                <a:latin typeface="Times New Roman"/>
                <a:cs typeface="Times New Roman"/>
              </a:rPr>
              <a:t> </a:t>
            </a:r>
            <a:r>
              <a:rPr baseline="-7692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93" sz="1300">
                <a:latin typeface="Times New Roman"/>
                <a:cs typeface="Times New Roman"/>
              </a:rPr>
              <a:t>F</a:t>
            </a:r>
            <a:r>
              <a:rPr dirty="0" smtClean="0" spc="17" sz="1300">
                <a:latin typeface="Times New Roman"/>
                <a:cs typeface="Times New Roman"/>
              </a:rPr>
              <a:t>eb</a:t>
            </a:r>
            <a:r>
              <a:rPr dirty="0" smtClean="0" spc="50" sz="1300">
                <a:latin typeface="Times New Roman"/>
                <a:cs typeface="Times New Roman"/>
              </a:rPr>
              <a:t>r</a:t>
            </a:r>
            <a:r>
              <a:rPr dirty="0" smtClean="0" spc="-12" sz="1300">
                <a:latin typeface="Times New Roman"/>
                <a:cs typeface="Times New Roman"/>
              </a:rPr>
              <a:t>u</a:t>
            </a:r>
            <a:r>
              <a:rPr dirty="0" smtClean="0" spc="27" sz="1300">
                <a:latin typeface="Times New Roman"/>
                <a:cs typeface="Times New Roman"/>
              </a:rPr>
              <a:t>a</a:t>
            </a:r>
            <a:r>
              <a:rPr dirty="0" smtClean="0" spc="50" sz="1300">
                <a:latin typeface="Times New Roman"/>
                <a:cs typeface="Times New Roman"/>
              </a:rPr>
              <a:t>r</a:t>
            </a:r>
            <a:r>
              <a:rPr dirty="0" smtClean="0" spc="-45" sz="130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  <a:p>
            <a:pPr algn="r" marR="599640">
              <a:lnSpc>
                <a:spcPts val="1294"/>
              </a:lnSpc>
              <a:spcBef>
                <a:spcPts val="2455"/>
              </a:spcBef>
            </a:pP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109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10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50" sz="1300">
                <a:latin typeface="Times New Roman"/>
                <a:cs typeface="Times New Roman"/>
              </a:rPr>
              <a:t>A</a:t>
            </a:r>
            <a:r>
              <a:rPr dirty="0" smtClean="0" spc="-50" sz="1300">
                <a:latin typeface="Times New Roman"/>
                <a:cs typeface="Times New Roman"/>
              </a:rPr>
              <a:t>p</a:t>
            </a:r>
            <a:r>
              <a:rPr dirty="0" smtClean="0" spc="-50" sz="1300">
                <a:latin typeface="Times New Roman"/>
                <a:cs typeface="Times New Roman"/>
              </a:rPr>
              <a:t>r</a:t>
            </a:r>
            <a:r>
              <a:rPr dirty="0" smtClean="0" spc="-50" sz="1300">
                <a:latin typeface="Times New Roman"/>
                <a:cs typeface="Times New Roman"/>
              </a:rPr>
              <a:t>i</a:t>
            </a:r>
            <a:r>
              <a:rPr dirty="0" smtClean="0" spc="-50" sz="1300">
                <a:latin typeface="Times New Roman"/>
                <a:cs typeface="Times New Roman"/>
              </a:rPr>
              <a:t>l</a:t>
            </a:r>
            <a:endParaRPr sz="1300">
              <a:latin typeface="Times New Roman"/>
              <a:cs typeface="Times New Roman"/>
            </a:endParaRPr>
          </a:p>
          <a:p>
            <a:pPr algn="r" marR="600768">
              <a:lnSpc>
                <a:spcPts val="1294"/>
              </a:lnSpc>
              <a:spcBef>
                <a:spcPts val="2455"/>
              </a:spcBef>
            </a:pP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109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10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23" sz="1300">
                <a:latin typeface="Times New Roman"/>
                <a:cs typeface="Times New Roman"/>
              </a:rPr>
              <a:t>J</a:t>
            </a:r>
            <a:r>
              <a:rPr dirty="0" smtClean="0" spc="23" sz="1300">
                <a:latin typeface="Times New Roman"/>
                <a:cs typeface="Times New Roman"/>
              </a:rPr>
              <a:t>u</a:t>
            </a:r>
            <a:r>
              <a:rPr dirty="0" smtClean="0" spc="23" sz="1300">
                <a:latin typeface="Times New Roman"/>
                <a:cs typeface="Times New Roman"/>
              </a:rPr>
              <a:t>ne</a:t>
            </a:r>
            <a:endParaRPr sz="1300">
              <a:latin typeface="Times New Roman"/>
              <a:cs typeface="Times New Roman"/>
            </a:endParaRPr>
          </a:p>
          <a:p>
            <a:pPr algn="r" marR="646307">
              <a:lnSpc>
                <a:spcPts val="1521"/>
              </a:lnSpc>
              <a:spcBef>
                <a:spcPts val="605"/>
              </a:spcBef>
            </a:pPr>
            <a:r>
              <a:rPr dirty="0" smtClean="0" spc="-232" sz="1400">
                <a:solidFill>
                  <a:srgbClr val="252423"/>
                </a:solidFill>
                <a:latin typeface="Times New Roman"/>
                <a:cs typeface="Times New Roman"/>
              </a:rPr>
              <a:t>G</a:t>
            </a:r>
            <a:r>
              <a:rPr dirty="0" smtClean="0" spc="61" sz="1400">
                <a:solidFill>
                  <a:srgbClr val="252423"/>
                </a:solidFill>
                <a:latin typeface="Times New Roman"/>
                <a:cs typeface="Times New Roman"/>
              </a:rPr>
              <a:t>e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n</a:t>
            </a:r>
            <a:r>
              <a:rPr dirty="0" smtClean="0" spc="-20" sz="1400">
                <a:solidFill>
                  <a:srgbClr val="252423"/>
                </a:solidFill>
                <a:latin typeface="Times New Roman"/>
                <a:cs typeface="Times New Roman"/>
              </a:rPr>
              <a:t>d</a:t>
            </a:r>
            <a:r>
              <a:rPr dirty="0" smtClean="0" spc="61" sz="1400">
                <a:solidFill>
                  <a:srgbClr val="252423"/>
                </a:solidFill>
                <a:latin typeface="Times New Roman"/>
                <a:cs typeface="Times New Roman"/>
              </a:rPr>
              <a:t>e</a:t>
            </a:r>
            <a:r>
              <a:rPr dirty="0" smtClean="0" spc="54" sz="1400">
                <a:solidFill>
                  <a:srgbClr val="252423"/>
                </a:solidFill>
                <a:latin typeface="Times New Roman"/>
                <a:cs typeface="Times New Roman"/>
              </a:rPr>
              <a:t>r</a:t>
            </a:r>
            <a:r>
              <a:rPr dirty="0" smtClean="0" spc="-25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139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n</a:t>
            </a:r>
            <a:r>
              <a:rPr dirty="0" smtClean="0" spc="-88" sz="1400">
                <a:solidFill>
                  <a:srgbClr val="252423"/>
                </a:solidFill>
                <a:latin typeface="Times New Roman"/>
                <a:cs typeface="Times New Roman"/>
              </a:rPr>
              <a:t>f</a:t>
            </a:r>
            <a:r>
              <a:rPr dirty="0" smtClean="0" spc="-20" sz="1400">
                <a:solidFill>
                  <a:srgbClr val="252423"/>
                </a:solidFill>
                <a:latin typeface="Times New Roman"/>
                <a:cs typeface="Times New Roman"/>
              </a:rPr>
              <a:t>o</a:t>
            </a:r>
            <a:r>
              <a:rPr dirty="0" smtClean="0" spc="54" sz="1400">
                <a:solidFill>
                  <a:srgbClr val="252423"/>
                </a:solidFill>
                <a:latin typeface="Times New Roman"/>
                <a:cs typeface="Times New Roman"/>
              </a:rPr>
              <a:t>r</a:t>
            </a:r>
            <a:r>
              <a:rPr dirty="0" smtClean="0" spc="-10" sz="1400">
                <a:solidFill>
                  <a:srgbClr val="252423"/>
                </a:solidFill>
                <a:latin typeface="Times New Roman"/>
                <a:cs typeface="Times New Roman"/>
              </a:rPr>
              <a:t>m</a:t>
            </a:r>
            <a:r>
              <a:rPr dirty="0" smtClean="0" spc="30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37" sz="1400">
                <a:solidFill>
                  <a:srgbClr val="252423"/>
                </a:solidFill>
                <a:latin typeface="Times New Roman"/>
                <a:cs typeface="Times New Roman"/>
              </a:rPr>
              <a:t>t</a:t>
            </a:r>
            <a:r>
              <a:rPr dirty="0" smtClean="0" spc="-77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20" sz="1400">
                <a:solidFill>
                  <a:srgbClr val="252423"/>
                </a:solidFill>
                <a:latin typeface="Times New Roman"/>
                <a:cs typeface="Times New Roman"/>
              </a:rPr>
              <a:t>o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n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                                                                                                                                </a:t>
            </a:r>
            <a:r>
              <a:rPr dirty="0" smtClean="0" spc="175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baseline="41025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41025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38461" dirty="0" smtClean="0" spc="0" sz="1950">
                <a:solidFill>
                  <a:srgbClr val="202020"/>
                </a:solidFill>
                <a:latin typeface="Segoe Fluent Icons"/>
                <a:cs typeface="Segoe Fluent Icons"/>
              </a:rPr>
              <a:t></a:t>
            </a:r>
            <a:r>
              <a:rPr baseline="38461" dirty="0" smtClean="0" spc="219" sz="1950">
                <a:solidFill>
                  <a:srgbClr val="202020"/>
                </a:solidFill>
                <a:latin typeface="Segoe Fluent Icons"/>
                <a:cs typeface="Segoe Fluent Icons"/>
              </a:rPr>
              <a:t> </a:t>
            </a:r>
            <a:r>
              <a:rPr baseline="42367" dirty="0" smtClean="0" spc="59" sz="1950">
                <a:latin typeface="Times New Roman"/>
                <a:cs typeface="Times New Roman"/>
              </a:rPr>
              <a:t>J</a:t>
            </a:r>
            <a:r>
              <a:rPr baseline="42367" dirty="0" smtClean="0" spc="-12" sz="1950">
                <a:latin typeface="Times New Roman"/>
                <a:cs typeface="Times New Roman"/>
              </a:rPr>
              <a:t>u</a:t>
            </a:r>
            <a:r>
              <a:rPr baseline="42367" dirty="0" smtClean="0" spc="-41" sz="1950">
                <a:latin typeface="Times New Roman"/>
                <a:cs typeface="Times New Roman"/>
              </a:rPr>
              <a:t>l</a:t>
            </a:r>
            <a:r>
              <a:rPr baseline="42367" dirty="0" smtClean="0" spc="-45" sz="195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  <a:p>
            <a:pPr marL="402044">
              <a:lnSpc>
                <a:spcPts val="2125"/>
              </a:lnSpc>
              <a:spcBef>
                <a:spcPts val="2168"/>
              </a:spcBef>
            </a:pPr>
            <a:r>
              <a:rPr baseline="-8696" dirty="0" smtClean="0" spc="-64" sz="1500">
                <a:latin typeface="Times New Roman"/>
                <a:cs typeface="Times New Roman"/>
              </a:rPr>
              <a:t>3</a:t>
            </a:r>
            <a:r>
              <a:rPr baseline="-8696" dirty="0" smtClean="0" spc="-93" sz="1500">
                <a:latin typeface="Times New Roman"/>
                <a:cs typeface="Times New Roman"/>
              </a:rPr>
              <a:t>K</a:t>
            </a:r>
            <a:r>
              <a:rPr baseline="-8696" dirty="0" smtClean="0" spc="-32" sz="1500">
                <a:latin typeface="Times New Roman"/>
                <a:cs typeface="Times New Roman"/>
              </a:rPr>
              <a:t>                                                                                                                                                                                                      </a:t>
            </a:r>
            <a:r>
              <a:rPr baseline="-8696" dirty="0" smtClean="0" spc="26" sz="1500">
                <a:latin typeface="Times New Roman"/>
                <a:cs typeface="Times New Roman"/>
              </a:rPr>
              <a:t> </a:t>
            </a:r>
            <a:r>
              <a:rPr baseline="-9662" dirty="0" smtClean="0" spc="-22" sz="2250">
                <a:latin typeface="Times New Roman"/>
                <a:cs typeface="Times New Roman"/>
              </a:rPr>
              <a:t>3</a:t>
            </a:r>
            <a:r>
              <a:rPr baseline="-9662" dirty="0" smtClean="0" spc="-123" sz="2250">
                <a:latin typeface="Times New Roman"/>
                <a:cs typeface="Times New Roman"/>
              </a:rPr>
              <a:t>.</a:t>
            </a:r>
            <a:r>
              <a:rPr baseline="-9662" dirty="0" smtClean="0" spc="-22" sz="2250">
                <a:latin typeface="Times New Roman"/>
                <a:cs typeface="Times New Roman"/>
              </a:rPr>
              <a:t>9970</a:t>
            </a:r>
            <a:r>
              <a:rPr baseline="-9662" dirty="0" smtClean="0" spc="-205" sz="2250">
                <a:latin typeface="Times New Roman"/>
                <a:cs typeface="Times New Roman"/>
              </a:rPr>
              <a:t>K</a:t>
            </a:r>
            <a:r>
              <a:rPr baseline="-9662" dirty="0" smtClean="0" spc="0" sz="2250">
                <a:latin typeface="Times New Roman"/>
                <a:cs typeface="Times New Roman"/>
              </a:rPr>
              <a:t>            </a:t>
            </a:r>
            <a:r>
              <a:rPr baseline="-9662" dirty="0" smtClean="0" spc="154" sz="2250">
                <a:latin typeface="Times New Roman"/>
                <a:cs typeface="Times New Roman"/>
              </a:rPr>
              <a:t> </a:t>
            </a:r>
            <a:r>
              <a:rPr baseline="28987" dirty="0" smtClean="0" spc="-17" sz="1800">
                <a:latin typeface="Times New Roman"/>
                <a:cs typeface="Times New Roman"/>
              </a:rPr>
              <a:t>18</a:t>
            </a:r>
            <a:r>
              <a:rPr baseline="28987" dirty="0" smtClean="0" spc="182" sz="1800">
                <a:latin typeface="Times New Roman"/>
                <a:cs typeface="Times New Roman"/>
              </a:rPr>
              <a:t>-</a:t>
            </a:r>
            <a:r>
              <a:rPr baseline="28987" dirty="0" smtClean="0" spc="41" sz="1800">
                <a:latin typeface="Times New Roman"/>
                <a:cs typeface="Times New Roman"/>
              </a:rPr>
              <a:t>5</a:t>
            </a:r>
            <a:r>
              <a:rPr baseline="28987" dirty="0" smtClean="0" spc="-17" sz="1800">
                <a:latin typeface="Times New Roman"/>
                <a:cs typeface="Times New Roman"/>
              </a:rPr>
              <a:t>9</a:t>
            </a:r>
            <a:r>
              <a:rPr baseline="28987" dirty="0" smtClean="0" spc="-41" sz="1800">
                <a:latin typeface="Times New Roman"/>
                <a:cs typeface="Times New Roman"/>
              </a:rPr>
              <a:t>y</a:t>
            </a:r>
            <a:r>
              <a:rPr baseline="28987" dirty="0" smtClean="0" spc="46" sz="1800">
                <a:latin typeface="Times New Roman"/>
                <a:cs typeface="Times New Roman"/>
              </a:rPr>
              <a:t>r</a:t>
            </a:r>
            <a:r>
              <a:rPr baseline="28987" dirty="0" smtClean="0" spc="87" sz="1800">
                <a:latin typeface="Times New Roman"/>
                <a:cs typeface="Times New Roman"/>
              </a:rPr>
              <a:t>s</a:t>
            </a:r>
            <a:r>
              <a:rPr baseline="28987" dirty="0" smtClean="0" spc="0" sz="1800">
                <a:latin typeface="Times New Roman"/>
                <a:cs typeface="Times New Roman"/>
              </a:rPr>
              <a:t>                                           </a:t>
            </a:r>
            <a:r>
              <a:rPr baseline="28987" dirty="0" smtClean="0" spc="34" sz="1800">
                <a:latin typeface="Times New Roman"/>
                <a:cs typeface="Times New Roman"/>
              </a:rPr>
              <a:t> </a:t>
            </a:r>
            <a:r>
              <a:rPr baseline="28987" dirty="0" smtClean="0" spc="-17" sz="1800">
                <a:latin typeface="Times New Roman"/>
                <a:cs typeface="Times New Roman"/>
              </a:rPr>
              <a:t>3</a:t>
            </a:r>
            <a:r>
              <a:rPr baseline="28987" dirty="0" smtClean="0" spc="-98" sz="1800">
                <a:latin typeface="Times New Roman"/>
                <a:cs typeface="Times New Roman"/>
              </a:rPr>
              <a:t>.</a:t>
            </a:r>
            <a:r>
              <a:rPr baseline="28987" dirty="0" smtClean="0" spc="-17" sz="1800">
                <a:latin typeface="Times New Roman"/>
                <a:cs typeface="Times New Roman"/>
              </a:rPr>
              <a:t>4</a:t>
            </a:r>
            <a:r>
              <a:rPr baseline="28987" dirty="0" smtClean="0" spc="-164" sz="1800">
                <a:latin typeface="Times New Roman"/>
                <a:cs typeface="Times New Roman"/>
              </a:rPr>
              <a:t>K</a:t>
            </a:r>
            <a:r>
              <a:rPr baseline="28987" dirty="0" smtClean="0" spc="0" sz="1800">
                <a:latin typeface="Times New Roman"/>
                <a:cs typeface="Times New Roman"/>
              </a:rPr>
              <a:t>                         </a:t>
            </a:r>
            <a:r>
              <a:rPr baseline="28987" dirty="0" smtClean="0" spc="-109" sz="1800">
                <a:latin typeface="Times New Roman"/>
                <a:cs typeface="Times New Roman"/>
              </a:rPr>
              <a:t> </a:t>
            </a:r>
            <a:r>
              <a:rPr baseline="10256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10256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0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dirty="0" smtClean="0" spc="219" sz="130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baseline="15608" dirty="0" smtClean="0" spc="-36" sz="1950">
                <a:latin typeface="Times New Roman"/>
                <a:cs typeface="Times New Roman"/>
              </a:rPr>
              <a:t>S</a:t>
            </a:r>
            <a:r>
              <a:rPr baseline="15608" dirty="0" smtClean="0" spc="17" sz="1950">
                <a:latin typeface="Times New Roman"/>
                <a:cs typeface="Times New Roman"/>
              </a:rPr>
              <a:t>ep</a:t>
            </a:r>
            <a:r>
              <a:rPr baseline="15608" dirty="0" smtClean="0" spc="25" sz="1950">
                <a:latin typeface="Times New Roman"/>
                <a:cs typeface="Times New Roman"/>
              </a:rPr>
              <a:t>tem</a:t>
            </a:r>
            <a:r>
              <a:rPr baseline="15608" dirty="0" smtClean="0" spc="-19" sz="1950">
                <a:latin typeface="Times New Roman"/>
                <a:cs typeface="Times New Roman"/>
              </a:rPr>
              <a:t>b</a:t>
            </a:r>
            <a:r>
              <a:rPr baseline="15608" dirty="0" smtClean="0" spc="54" sz="1950">
                <a:latin typeface="Times New Roman"/>
                <a:cs typeface="Times New Roman"/>
              </a:rPr>
              <a:t>er</a:t>
            </a:r>
            <a:endParaRPr sz="1300">
              <a:latin typeface="Times New Roman"/>
              <a:cs typeface="Times New Roman"/>
            </a:endParaRPr>
          </a:p>
          <a:p>
            <a:pPr algn="r" marR="401042">
              <a:lnSpc>
                <a:spcPts val="2230"/>
              </a:lnSpc>
              <a:spcBef>
                <a:spcPts val="5"/>
              </a:spcBef>
            </a:pPr>
            <a:r>
              <a:rPr baseline="15460" dirty="0" smtClean="0" spc="-175" sz="2250">
                <a:latin typeface="Times New Roman"/>
                <a:cs typeface="Times New Roman"/>
              </a:rPr>
              <a:t>(</a:t>
            </a:r>
            <a:r>
              <a:rPr baseline="15460" dirty="0" smtClean="0" spc="-22" sz="2250">
                <a:latin typeface="Times New Roman"/>
                <a:cs typeface="Times New Roman"/>
              </a:rPr>
              <a:t>47</a:t>
            </a:r>
            <a:r>
              <a:rPr baseline="15460" dirty="0" smtClean="0" spc="-123" sz="2250">
                <a:latin typeface="Times New Roman"/>
                <a:cs typeface="Times New Roman"/>
              </a:rPr>
              <a:t>.</a:t>
            </a:r>
            <a:r>
              <a:rPr baseline="15460" dirty="0" smtClean="0" spc="-22" sz="2250">
                <a:latin typeface="Times New Roman"/>
                <a:cs typeface="Times New Roman"/>
              </a:rPr>
              <a:t>87</a:t>
            </a:r>
            <a:r>
              <a:rPr baseline="15460" dirty="0" smtClean="0" spc="-175" sz="2250">
                <a:latin typeface="Times New Roman"/>
                <a:cs typeface="Times New Roman"/>
              </a:rPr>
              <a:t>%</a:t>
            </a:r>
            <a:r>
              <a:rPr baseline="15460" dirty="0" smtClean="0" spc="-175" sz="2250">
                <a:latin typeface="Times New Roman"/>
                <a:cs typeface="Times New Roman"/>
              </a:rPr>
              <a:t>)</a:t>
            </a:r>
            <a:r>
              <a:rPr baseline="15460" dirty="0" smtClean="0" spc="0" sz="2250">
                <a:latin typeface="Times New Roman"/>
                <a:cs typeface="Times New Roman"/>
              </a:rPr>
              <a:t>              </a:t>
            </a:r>
            <a:r>
              <a:rPr baseline="15460" dirty="0" smtClean="0" spc="-54" sz="2250">
                <a:latin typeface="Times New Roman"/>
                <a:cs typeface="Times New Roman"/>
              </a:rPr>
              <a:t> </a:t>
            </a:r>
            <a:r>
              <a:rPr baseline="-9662" dirty="0" smtClean="0" spc="-17" sz="1800">
                <a:latin typeface="Times New Roman"/>
                <a:cs typeface="Times New Roman"/>
              </a:rPr>
              <a:t>6</a:t>
            </a:r>
            <a:r>
              <a:rPr baseline="-9662" dirty="0" smtClean="0" spc="182" sz="1800">
                <a:latin typeface="Times New Roman"/>
                <a:cs typeface="Times New Roman"/>
              </a:rPr>
              <a:t>-</a:t>
            </a:r>
            <a:r>
              <a:rPr baseline="-9662" dirty="0" smtClean="0" spc="-17" sz="1800">
                <a:latin typeface="Times New Roman"/>
                <a:cs typeface="Times New Roman"/>
              </a:rPr>
              <a:t>17</a:t>
            </a:r>
            <a:r>
              <a:rPr baseline="-9662" dirty="0" smtClean="0" spc="-41" sz="1800">
                <a:latin typeface="Times New Roman"/>
                <a:cs typeface="Times New Roman"/>
              </a:rPr>
              <a:t>y</a:t>
            </a:r>
            <a:r>
              <a:rPr baseline="-9662" dirty="0" smtClean="0" spc="46" sz="1800">
                <a:latin typeface="Times New Roman"/>
                <a:cs typeface="Times New Roman"/>
              </a:rPr>
              <a:t>r</a:t>
            </a:r>
            <a:r>
              <a:rPr baseline="-9662" dirty="0" smtClean="0" spc="87" sz="1800">
                <a:latin typeface="Times New Roman"/>
                <a:cs typeface="Times New Roman"/>
              </a:rPr>
              <a:t>s</a:t>
            </a:r>
            <a:r>
              <a:rPr baseline="-9662" dirty="0" smtClean="0" spc="0" sz="1800">
                <a:latin typeface="Times New Roman"/>
                <a:cs typeface="Times New Roman"/>
              </a:rPr>
              <a:t>                                                 </a:t>
            </a:r>
            <a:r>
              <a:rPr baseline="-9662" dirty="0" smtClean="0" spc="94" sz="1800">
                <a:latin typeface="Times New Roman"/>
                <a:cs typeface="Times New Roman"/>
              </a:rPr>
              <a:t> </a:t>
            </a:r>
            <a:r>
              <a:rPr baseline="-9662" dirty="0" smtClean="0" spc="-17" sz="1800">
                <a:latin typeface="Times New Roman"/>
                <a:cs typeface="Times New Roman"/>
              </a:rPr>
              <a:t>3</a:t>
            </a:r>
            <a:r>
              <a:rPr baseline="-9662" dirty="0" smtClean="0" spc="-98" sz="1800">
                <a:latin typeface="Times New Roman"/>
                <a:cs typeface="Times New Roman"/>
              </a:rPr>
              <a:t>.</a:t>
            </a:r>
            <a:r>
              <a:rPr baseline="-9662" dirty="0" smtClean="0" spc="-17" sz="1800">
                <a:latin typeface="Times New Roman"/>
                <a:cs typeface="Times New Roman"/>
              </a:rPr>
              <a:t>1</a:t>
            </a:r>
            <a:r>
              <a:rPr baseline="-9662" dirty="0" smtClean="0" spc="-164" sz="1800">
                <a:latin typeface="Times New Roman"/>
                <a:cs typeface="Times New Roman"/>
              </a:rPr>
              <a:t>K</a:t>
            </a:r>
            <a:r>
              <a:rPr baseline="-9662" dirty="0" smtClean="0" spc="0" sz="1800">
                <a:latin typeface="Times New Roman"/>
                <a:cs typeface="Times New Roman"/>
              </a:rPr>
              <a:t>                  </a:t>
            </a:r>
            <a:r>
              <a:rPr baseline="-9662" dirty="0" smtClean="0" spc="129" sz="1800">
                <a:latin typeface="Times New Roman"/>
                <a:cs typeface="Times New Roman"/>
              </a:rPr>
              <a:t> </a:t>
            </a:r>
            <a:r>
              <a:rPr baseline="25641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25641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2307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2307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baseline="28987" dirty="0" smtClean="0" spc="-215" sz="1950">
                <a:latin typeface="Times New Roman"/>
                <a:cs typeface="Times New Roman"/>
              </a:rPr>
              <a:t>O</a:t>
            </a:r>
            <a:r>
              <a:rPr baseline="28987" dirty="0" smtClean="0" spc="-23" sz="1950">
                <a:latin typeface="Times New Roman"/>
                <a:cs typeface="Times New Roman"/>
              </a:rPr>
              <a:t>c</a:t>
            </a:r>
            <a:r>
              <a:rPr baseline="28987" dirty="0" smtClean="0" spc="0" sz="1950">
                <a:latin typeface="Times New Roman"/>
                <a:cs typeface="Times New Roman"/>
              </a:rPr>
              <a:t>tob</a:t>
            </a:r>
            <a:r>
              <a:rPr baseline="28987" dirty="0" smtClean="0" spc="54" sz="1950">
                <a:latin typeface="Times New Roman"/>
                <a:cs typeface="Times New Roman"/>
              </a:rPr>
              <a:t>er</a:t>
            </a:r>
            <a:endParaRPr sz="1300">
              <a:latin typeface="Times New Roman"/>
              <a:cs typeface="Times New Roman"/>
            </a:endParaRPr>
          </a:p>
          <a:p>
            <a:pPr marL="7439441">
              <a:lnSpc>
                <a:spcPts val="1318"/>
              </a:lnSpc>
              <a:spcBef>
                <a:spcPts val="1285"/>
              </a:spcBef>
            </a:pPr>
            <a:r>
              <a:rPr dirty="0" smtClean="0" spc="-17" sz="1200">
                <a:latin typeface="Times New Roman"/>
                <a:cs typeface="Times New Roman"/>
              </a:rPr>
              <a:t>2</a:t>
            </a:r>
            <a:r>
              <a:rPr dirty="0" smtClean="0" spc="182" sz="1200">
                <a:latin typeface="Times New Roman"/>
                <a:cs typeface="Times New Roman"/>
              </a:rPr>
              <a:t>-</a:t>
            </a:r>
            <a:r>
              <a:rPr dirty="0" smtClean="0" spc="41" sz="1200">
                <a:latin typeface="Times New Roman"/>
                <a:cs typeface="Times New Roman"/>
              </a:rPr>
              <a:t>5</a:t>
            </a:r>
            <a:r>
              <a:rPr dirty="0" smtClean="0" spc="-41" sz="1200">
                <a:latin typeface="Times New Roman"/>
                <a:cs typeface="Times New Roman"/>
              </a:rPr>
              <a:t>y</a:t>
            </a:r>
            <a:r>
              <a:rPr dirty="0" smtClean="0" spc="46" sz="1200">
                <a:latin typeface="Times New Roman"/>
                <a:cs typeface="Times New Roman"/>
              </a:rPr>
              <a:t>r</a:t>
            </a:r>
            <a:r>
              <a:rPr dirty="0" smtClean="0" spc="87" sz="1200">
                <a:latin typeface="Times New Roman"/>
                <a:cs typeface="Times New Roman"/>
              </a:rPr>
              <a:t>s</a:t>
            </a:r>
            <a:r>
              <a:rPr dirty="0" smtClean="0" spc="0" sz="1200">
                <a:latin typeface="Times New Roman"/>
                <a:cs typeface="Times New Roman"/>
              </a:rPr>
              <a:t>                 </a:t>
            </a:r>
            <a:r>
              <a:rPr dirty="0" smtClean="0" spc="109" sz="1200">
                <a:latin typeface="Times New Roman"/>
                <a:cs typeface="Times New Roman"/>
              </a:rPr>
              <a:t> </a:t>
            </a:r>
            <a:r>
              <a:rPr dirty="0" smtClean="0" spc="-17" sz="1200">
                <a:latin typeface="Times New Roman"/>
                <a:cs typeface="Times New Roman"/>
              </a:rPr>
              <a:t>0</a:t>
            </a:r>
            <a:r>
              <a:rPr dirty="0" smtClean="0" spc="-98" sz="1200">
                <a:latin typeface="Times New Roman"/>
                <a:cs typeface="Times New Roman"/>
              </a:rPr>
              <a:t>.</a:t>
            </a:r>
            <a:r>
              <a:rPr dirty="0" smtClean="0" spc="-17" sz="1200">
                <a:latin typeface="Times New Roman"/>
                <a:cs typeface="Times New Roman"/>
              </a:rPr>
              <a:t>9</a:t>
            </a:r>
            <a:r>
              <a:rPr dirty="0" smtClean="0" spc="-164" sz="1200">
                <a:latin typeface="Times New Roman"/>
                <a:cs typeface="Times New Roman"/>
              </a:rPr>
              <a:t>K</a:t>
            </a:r>
            <a:r>
              <a:rPr dirty="0" smtClean="0" spc="0" sz="1200">
                <a:latin typeface="Times New Roman"/>
                <a:cs typeface="Times New Roman"/>
              </a:rPr>
              <a:t>                                                  </a:t>
            </a:r>
            <a:r>
              <a:rPr dirty="0" smtClean="0" spc="114" sz="1200">
                <a:latin typeface="Times New Roman"/>
                <a:cs typeface="Times New Roman"/>
              </a:rPr>
              <a:t> </a:t>
            </a:r>
            <a:r>
              <a:rPr dirty="0" smtClean="0" spc="0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dirty="0" smtClean="0" spc="219" sz="130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7692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7692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187" sz="1300">
                <a:latin typeface="Times New Roman"/>
                <a:cs typeface="Times New Roman"/>
              </a:rPr>
              <a:t>D</a:t>
            </a:r>
            <a:r>
              <a:rPr dirty="0" smtClean="0" spc="19" sz="1300">
                <a:latin typeface="Times New Roman"/>
                <a:cs typeface="Times New Roman"/>
              </a:rPr>
              <a:t>ecem</a:t>
            </a:r>
            <a:r>
              <a:rPr dirty="0" smtClean="0" spc="-19" sz="1300">
                <a:latin typeface="Times New Roman"/>
                <a:cs typeface="Times New Roman"/>
              </a:rPr>
              <a:t>b</a:t>
            </a:r>
            <a:r>
              <a:rPr dirty="0" smtClean="0" spc="54" sz="1300">
                <a:latin typeface="Times New Roman"/>
                <a:cs typeface="Times New Roman"/>
              </a:rPr>
              <a:t>er</a:t>
            </a:r>
            <a:endParaRPr sz="1300">
              <a:latin typeface="Times New Roman"/>
              <a:cs typeface="Times New Roman"/>
            </a:endParaRPr>
          </a:p>
          <a:p>
            <a:pPr marL="2910218">
              <a:lnSpc>
                <a:spcPts val="1379"/>
              </a:lnSpc>
              <a:spcBef>
                <a:spcPts val="1840"/>
              </a:spcBef>
            </a:pPr>
            <a:r>
              <a:rPr dirty="0" smtClean="0" spc="-17" sz="1200">
                <a:latin typeface="Times New Roman"/>
                <a:cs typeface="Times New Roman"/>
              </a:rPr>
              <a:t>0</a:t>
            </a:r>
            <a:r>
              <a:rPr dirty="0" smtClean="0" spc="-98" sz="1200">
                <a:latin typeface="Times New Roman"/>
                <a:cs typeface="Times New Roman"/>
              </a:rPr>
              <a:t>.</a:t>
            </a:r>
            <a:r>
              <a:rPr dirty="0" smtClean="0" spc="-17" sz="1200">
                <a:latin typeface="Times New Roman"/>
                <a:cs typeface="Times New Roman"/>
              </a:rPr>
              <a:t>1</a:t>
            </a:r>
            <a:r>
              <a:rPr dirty="0" smtClean="0" spc="-164" sz="1200">
                <a:latin typeface="Times New Roman"/>
                <a:cs typeface="Times New Roman"/>
              </a:rPr>
              <a:t>K</a:t>
            </a:r>
            <a:r>
              <a:rPr dirty="0" smtClean="0" spc="0" sz="1200">
                <a:latin typeface="Times New Roman"/>
                <a:cs typeface="Times New Roman"/>
              </a:rPr>
              <a:t>                                                                                                          </a:t>
            </a:r>
            <a:r>
              <a:rPr dirty="0" smtClean="0" spc="69" sz="1200">
                <a:latin typeface="Times New Roman"/>
                <a:cs typeface="Times New Roman"/>
              </a:rPr>
              <a:t> </a:t>
            </a:r>
            <a:r>
              <a:rPr dirty="0" smtClean="0" spc="-17" sz="1200">
                <a:latin typeface="Times New Roman"/>
                <a:cs typeface="Times New Roman"/>
              </a:rPr>
              <a:t>0</a:t>
            </a:r>
            <a:r>
              <a:rPr dirty="0" smtClean="0" spc="182" sz="1200">
                <a:latin typeface="Times New Roman"/>
                <a:cs typeface="Times New Roman"/>
              </a:rPr>
              <a:t>-</a:t>
            </a:r>
            <a:r>
              <a:rPr dirty="0" smtClean="0" spc="-17" sz="1200">
                <a:latin typeface="Times New Roman"/>
                <a:cs typeface="Times New Roman"/>
              </a:rPr>
              <a:t>23</a:t>
            </a:r>
            <a:r>
              <a:rPr dirty="0" smtClean="0" spc="-9" sz="1200">
                <a:latin typeface="Times New Roman"/>
                <a:cs typeface="Times New Roman"/>
              </a:rPr>
              <a:t>m</a:t>
            </a:r>
            <a:r>
              <a:rPr dirty="0" smtClean="0" spc="32" sz="1200">
                <a:latin typeface="Times New Roman"/>
                <a:cs typeface="Times New Roman"/>
              </a:rPr>
              <a:t>t</a:t>
            </a:r>
            <a:r>
              <a:rPr dirty="0" smtClean="0" spc="0" sz="1200">
                <a:latin typeface="Times New Roman"/>
                <a:cs typeface="Times New Roman"/>
              </a:rPr>
              <a:t>h</a:t>
            </a:r>
            <a:r>
              <a:rPr dirty="0" smtClean="0" spc="87" sz="1200">
                <a:latin typeface="Times New Roman"/>
                <a:cs typeface="Times New Roman"/>
              </a:rPr>
              <a:t>s</a:t>
            </a:r>
            <a:r>
              <a:rPr dirty="0" smtClean="0" spc="0" sz="1200">
                <a:latin typeface="Times New Roman"/>
                <a:cs typeface="Times New Roman"/>
              </a:rPr>
              <a:t>              </a:t>
            </a:r>
            <a:r>
              <a:rPr dirty="0" smtClean="0" spc="-17" sz="1200">
                <a:latin typeface="Times New Roman"/>
                <a:cs typeface="Times New Roman"/>
              </a:rPr>
              <a:t>0</a:t>
            </a:r>
            <a:r>
              <a:rPr dirty="0" smtClean="0" spc="-98" sz="1200">
                <a:latin typeface="Times New Roman"/>
                <a:cs typeface="Times New Roman"/>
              </a:rPr>
              <a:t>.</a:t>
            </a:r>
            <a:r>
              <a:rPr dirty="0" smtClean="0" spc="-17" sz="1200">
                <a:latin typeface="Times New Roman"/>
                <a:cs typeface="Times New Roman"/>
              </a:rPr>
              <a:t>6</a:t>
            </a:r>
            <a:r>
              <a:rPr dirty="0" smtClean="0" spc="-164" sz="1200">
                <a:latin typeface="Times New Roman"/>
                <a:cs typeface="Times New Roman"/>
              </a:rPr>
              <a:t>K</a:t>
            </a:r>
            <a:endParaRPr sz="1200">
              <a:latin typeface="Times New Roman"/>
              <a:cs typeface="Times New Roman"/>
            </a:endParaRPr>
          </a:p>
          <a:p>
            <a:pPr marL="402044">
              <a:lnSpc>
                <a:spcPts val="1280"/>
              </a:lnSpc>
              <a:spcBef>
                <a:spcPts val="215"/>
              </a:spcBef>
            </a:pPr>
            <a:r>
              <a:rPr baseline="49279" dirty="0" smtClean="0" spc="-64" sz="1500">
                <a:latin typeface="Times New Roman"/>
                <a:cs typeface="Times New Roman"/>
              </a:rPr>
              <a:t>0</a:t>
            </a:r>
            <a:r>
              <a:rPr baseline="49279" dirty="0" smtClean="0" spc="-93" sz="1500">
                <a:latin typeface="Times New Roman"/>
                <a:cs typeface="Times New Roman"/>
              </a:rPr>
              <a:t>K</a:t>
            </a:r>
            <a:r>
              <a:rPr baseline="49279" dirty="0" smtClean="0" spc="-32" sz="1500">
                <a:latin typeface="Times New Roman"/>
                <a:cs typeface="Times New Roman"/>
              </a:rPr>
              <a:t>                                                                                                                           </a:t>
            </a:r>
            <a:r>
              <a:rPr baseline="49279" dirty="0" smtClean="0" spc="13" sz="1500">
                <a:latin typeface="Times New Roman"/>
                <a:cs typeface="Times New Roman"/>
              </a:rPr>
              <a:t> </a:t>
            </a:r>
            <a:r>
              <a:rPr dirty="0" smtClean="0" spc="-22" sz="1500">
                <a:latin typeface="Times New Roman"/>
                <a:cs typeface="Times New Roman"/>
              </a:rPr>
              <a:t>4</a:t>
            </a:r>
            <a:r>
              <a:rPr dirty="0" smtClean="0" spc="-123" sz="1500">
                <a:latin typeface="Times New Roman"/>
                <a:cs typeface="Times New Roman"/>
              </a:rPr>
              <a:t>.</a:t>
            </a:r>
            <a:r>
              <a:rPr dirty="0" smtClean="0" spc="-22" sz="1500">
                <a:latin typeface="Times New Roman"/>
                <a:cs typeface="Times New Roman"/>
              </a:rPr>
              <a:t>3</a:t>
            </a:r>
            <a:r>
              <a:rPr dirty="0" smtClean="0" spc="51" sz="1500">
                <a:latin typeface="Times New Roman"/>
                <a:cs typeface="Times New Roman"/>
              </a:rPr>
              <a:t>5</a:t>
            </a:r>
            <a:r>
              <a:rPr dirty="0" smtClean="0" spc="-22" sz="1500">
                <a:latin typeface="Times New Roman"/>
                <a:cs typeface="Times New Roman"/>
              </a:rPr>
              <a:t>30</a:t>
            </a:r>
            <a:r>
              <a:rPr dirty="0" smtClean="0" spc="-205" sz="1500">
                <a:latin typeface="Times New Roman"/>
                <a:cs typeface="Times New Roman"/>
              </a:rPr>
              <a:t>K</a:t>
            </a:r>
            <a:endParaRPr sz="1500">
              <a:latin typeface="Times New Roman"/>
              <a:cs typeface="Times New Roman"/>
            </a:endParaRPr>
          </a:p>
          <a:p>
            <a:pPr marL="7867322">
              <a:lnSpc>
                <a:spcPct val="101277"/>
              </a:lnSpc>
              <a:spcBef>
                <a:spcPts val="3446"/>
              </a:spcBef>
            </a:pPr>
            <a:r>
              <a:rPr dirty="0" smtClean="0" spc="0" sz="1100">
                <a:latin typeface="Verdana"/>
                <a:cs typeface="Verdana"/>
              </a:rPr>
              <a:t>0K</a:t>
            </a:r>
            <a:r>
              <a:rPr dirty="0" smtClean="0" spc="0" sz="1100">
                <a:latin typeface="Verdana"/>
                <a:cs typeface="Verdana"/>
              </a:rPr>
              <a:t>                  </a:t>
            </a:r>
            <a:r>
              <a:rPr dirty="0" smtClean="0" spc="261" sz="1100">
                <a:latin typeface="Verdana"/>
                <a:cs typeface="Verdana"/>
              </a:rPr>
              <a:t> </a:t>
            </a:r>
            <a:r>
              <a:rPr dirty="0" smtClean="0" spc="0" sz="1100">
                <a:latin typeface="Verdana"/>
                <a:cs typeface="Verdana"/>
              </a:rPr>
              <a:t>2K</a:t>
            </a:r>
            <a:endParaRPr sz="1100">
              <a:latin typeface="Verdana"/>
              <a:cs typeface="Verdana"/>
            </a:endParaRPr>
          </a:p>
          <a:p>
            <a:pPr marL="142874">
              <a:lnSpc>
                <a:spcPct val="95825"/>
              </a:lnSpc>
              <a:spcBef>
                <a:spcPts val="2402"/>
              </a:spcBef>
            </a:pP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N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u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m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b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er</a:t>
            </a:r>
            <a:r>
              <a:rPr dirty="0" smtClean="0" spc="-92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of</a:t>
            </a:r>
            <a:r>
              <a:rPr dirty="0" smtClean="0" spc="-129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139" sz="1400">
                <a:solidFill>
                  <a:srgbClr val="252423"/>
                </a:solidFill>
                <a:latin typeface="Times New Roman"/>
                <a:cs typeface="Times New Roman"/>
              </a:rPr>
              <a:t>B</a:t>
            </a:r>
            <a:r>
              <a:rPr dirty="0" smtClean="0" spc="5" sz="1400">
                <a:solidFill>
                  <a:srgbClr val="252423"/>
                </a:solidFill>
                <a:latin typeface="Times New Roman"/>
                <a:cs typeface="Times New Roman"/>
              </a:rPr>
              <a:t>enef</a:t>
            </a:r>
            <a:r>
              <a:rPr dirty="0" smtClean="0" spc="-77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25" sz="1400">
                <a:solidFill>
                  <a:srgbClr val="252423"/>
                </a:solidFill>
                <a:latin typeface="Times New Roman"/>
                <a:cs typeface="Times New Roman"/>
              </a:rPr>
              <a:t>c</a:t>
            </a:r>
            <a:r>
              <a:rPr dirty="0" smtClean="0" spc="-77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30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54" sz="1400">
                <a:solidFill>
                  <a:srgbClr val="252423"/>
                </a:solidFill>
                <a:latin typeface="Times New Roman"/>
                <a:cs typeface="Times New Roman"/>
              </a:rPr>
              <a:t>r</a:t>
            </a:r>
            <a:r>
              <a:rPr dirty="0" smtClean="0" spc="-77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80" sz="1400">
                <a:solidFill>
                  <a:srgbClr val="252423"/>
                </a:solidFill>
                <a:latin typeface="Times New Roman"/>
                <a:cs typeface="Times New Roman"/>
              </a:rPr>
              <a:t>es</a:t>
            </a:r>
            <a:r>
              <a:rPr dirty="0" smtClean="0" spc="-25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b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y</a:t>
            </a:r>
            <a:r>
              <a:rPr dirty="0" smtClean="0" spc="-94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02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54" sz="1400">
                <a:solidFill>
                  <a:srgbClr val="252423"/>
                </a:solidFill>
                <a:latin typeface="Times New Roman"/>
                <a:cs typeface="Times New Roman"/>
              </a:rPr>
              <a:t>r</a:t>
            </a:r>
            <a:r>
              <a:rPr dirty="0" smtClean="0" spc="42" sz="1400">
                <a:solidFill>
                  <a:srgbClr val="252423"/>
                </a:solidFill>
                <a:latin typeface="Times New Roman"/>
                <a:cs typeface="Times New Roman"/>
              </a:rPr>
              <a:t>ea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                                               </a:t>
            </a:r>
            <a:r>
              <a:rPr dirty="0" smtClean="0" spc="-39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65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34" sz="1400">
                <a:solidFill>
                  <a:srgbClr val="252423"/>
                </a:solidFill>
                <a:latin typeface="Times New Roman"/>
                <a:cs typeface="Times New Roman"/>
              </a:rPr>
              <a:t>g</a:t>
            </a:r>
            <a:r>
              <a:rPr dirty="0" smtClean="0" spc="-31" sz="1400">
                <a:solidFill>
                  <a:srgbClr val="252423"/>
                </a:solidFill>
                <a:latin typeface="Times New Roman"/>
                <a:cs typeface="Times New Roman"/>
              </a:rPr>
              <a:t>e</a:t>
            </a:r>
            <a:r>
              <a:rPr dirty="0" smtClean="0" spc="-70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46" sz="1400">
                <a:solidFill>
                  <a:srgbClr val="252423"/>
                </a:solidFill>
                <a:latin typeface="Times New Roman"/>
                <a:cs typeface="Times New Roman"/>
              </a:rPr>
              <a:t>B</a:t>
            </a:r>
            <a:r>
              <a:rPr dirty="0" smtClean="0" spc="-23" sz="1400">
                <a:solidFill>
                  <a:srgbClr val="252423"/>
                </a:solidFill>
                <a:latin typeface="Times New Roman"/>
                <a:cs typeface="Times New Roman"/>
              </a:rPr>
              <a:t>r</a:t>
            </a:r>
            <a:r>
              <a:rPr dirty="0" smtClean="0" spc="-31" sz="1400">
                <a:solidFill>
                  <a:srgbClr val="252423"/>
                </a:solidFill>
                <a:latin typeface="Times New Roman"/>
                <a:cs typeface="Times New Roman"/>
              </a:rPr>
              <a:t>ea</a:t>
            </a:r>
            <a:r>
              <a:rPr dirty="0" smtClean="0" spc="-34" sz="1400">
                <a:solidFill>
                  <a:srgbClr val="252423"/>
                </a:solidFill>
                <a:latin typeface="Times New Roman"/>
                <a:cs typeface="Times New Roman"/>
              </a:rPr>
              <a:t>k</a:t>
            </a:r>
            <a:r>
              <a:rPr dirty="0" smtClean="0" spc="-34" sz="1400">
                <a:solidFill>
                  <a:srgbClr val="252423"/>
                </a:solidFill>
                <a:latin typeface="Times New Roman"/>
                <a:cs typeface="Times New Roman"/>
              </a:rPr>
              <a:t>d</a:t>
            </a:r>
            <a:r>
              <a:rPr dirty="0" smtClean="0" spc="-42" sz="1400">
                <a:solidFill>
                  <a:srgbClr val="252423"/>
                </a:solidFill>
                <a:latin typeface="Times New Roman"/>
                <a:cs typeface="Times New Roman"/>
              </a:rPr>
              <a:t>ow</a:t>
            </a:r>
            <a:r>
              <a:rPr dirty="0" smtClean="0" spc="-34" sz="1400">
                <a:solidFill>
                  <a:srgbClr val="252423"/>
                </a:solidFill>
                <a:latin typeface="Times New Roman"/>
                <a:cs typeface="Times New Roman"/>
              </a:rPr>
              <a:t>n</a:t>
            </a:r>
            <a:r>
              <a:rPr dirty="0" smtClean="0" spc="175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0" sz="1400">
                <a:solidFill>
                  <a:srgbClr val="252423"/>
                </a:solidFill>
                <a:latin typeface="Times New Roman"/>
                <a:cs typeface="Times New Roman"/>
              </a:rPr>
              <a:t>of</a:t>
            </a:r>
            <a:r>
              <a:rPr dirty="0" smtClean="0" spc="-129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139" sz="1400">
                <a:solidFill>
                  <a:srgbClr val="252423"/>
                </a:solidFill>
                <a:latin typeface="Times New Roman"/>
                <a:cs typeface="Times New Roman"/>
              </a:rPr>
              <a:t>B</a:t>
            </a:r>
            <a:r>
              <a:rPr dirty="0" smtClean="0" spc="5" sz="1400">
                <a:solidFill>
                  <a:srgbClr val="252423"/>
                </a:solidFill>
                <a:latin typeface="Times New Roman"/>
                <a:cs typeface="Times New Roman"/>
              </a:rPr>
              <a:t>enef</a:t>
            </a:r>
            <a:r>
              <a:rPr dirty="0" smtClean="0" spc="-77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25" sz="1400">
                <a:solidFill>
                  <a:srgbClr val="252423"/>
                </a:solidFill>
                <a:latin typeface="Times New Roman"/>
                <a:cs typeface="Times New Roman"/>
              </a:rPr>
              <a:t>c</a:t>
            </a:r>
            <a:r>
              <a:rPr dirty="0" smtClean="0" spc="-77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30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54" sz="1400">
                <a:solidFill>
                  <a:srgbClr val="252423"/>
                </a:solidFill>
                <a:latin typeface="Times New Roman"/>
                <a:cs typeface="Times New Roman"/>
              </a:rPr>
              <a:t>r</a:t>
            </a:r>
            <a:r>
              <a:rPr dirty="0" smtClean="0" spc="-77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80" sz="1400">
                <a:solidFill>
                  <a:srgbClr val="252423"/>
                </a:solidFill>
                <a:latin typeface="Times New Roman"/>
                <a:cs typeface="Times New Roman"/>
              </a:rPr>
              <a:t>es</a:t>
            </a:r>
            <a:endParaRPr sz="1400">
              <a:latin typeface="Times New Roman"/>
              <a:cs typeface="Times New Roman"/>
            </a:endParaRPr>
          </a:p>
          <a:p>
            <a:pPr algn="r" marR="431235">
              <a:lnSpc>
                <a:spcPct val="101277"/>
              </a:lnSpc>
              <a:spcBef>
                <a:spcPts val="390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Area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11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Beneficiaries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11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%_of_Benefficiaries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</a:t>
            </a:r>
            <a:r>
              <a:rPr dirty="0" smtClean="0" spc="29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Age_Group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11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Beneficiaries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11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%_of_Beneficiaries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15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Males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</a:t>
            </a:r>
            <a:r>
              <a:rPr dirty="0" smtClean="0" spc="14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%_of_Males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12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No_of_</a:t>
            </a:r>
            <a:r>
              <a:rPr dirty="0" smtClean="0" spc="-25" sz="1100">
                <a:solidFill>
                  <a:srgbClr val="252423"/>
                </a:solidFill>
                <a:latin typeface="Verdana"/>
                <a:cs typeface="Verdana"/>
              </a:rPr>
              <a:t>F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emales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13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%_of_</a:t>
            </a:r>
            <a:r>
              <a:rPr dirty="0" smtClean="0" spc="-25" sz="1100">
                <a:solidFill>
                  <a:srgbClr val="252423"/>
                </a:solidFill>
                <a:latin typeface="Verdana"/>
                <a:cs typeface="Verdana"/>
              </a:rPr>
              <a:t>F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emales</a:t>
            </a:r>
            <a:endParaRPr sz="1100">
              <a:latin typeface="Verdana"/>
              <a:cs typeface="Verdana"/>
            </a:endParaRPr>
          </a:p>
          <a:p>
            <a:pPr algn="r" marL="174557" marR="419111">
              <a:lnSpc>
                <a:spcPts val="1336"/>
              </a:lnSpc>
              <a:spcBef>
                <a:spcPts val="913"/>
              </a:spcBef>
            </a:pPr>
            <a:r>
              <a:rPr dirty="0" smtClean="0" spc="-39" sz="1100">
                <a:solidFill>
                  <a:srgbClr val="252423"/>
                </a:solidFill>
                <a:latin typeface="Verdana"/>
                <a:cs typeface="Verdana"/>
              </a:rPr>
              <a:t>K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obane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</a:t>
            </a:r>
            <a:r>
              <a:rPr dirty="0" smtClean="0" spc="10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1,616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</a:t>
            </a:r>
            <a:r>
              <a:rPr dirty="0" smtClean="0" spc="21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19.35%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</a:t>
            </a:r>
            <a:r>
              <a:rPr dirty="0" smtClean="0" spc="19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0-23mths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</a:t>
            </a:r>
            <a:r>
              <a:rPr dirty="0" smtClean="0" spc="6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645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</a:t>
            </a:r>
            <a:r>
              <a:rPr dirty="0" smtClean="0" spc="14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7.72%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</a:t>
            </a:r>
            <a:r>
              <a:rPr dirty="0" smtClean="0" spc="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340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</a:t>
            </a:r>
            <a:r>
              <a:rPr dirty="0" smtClean="0" spc="10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4.07%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32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305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</a:t>
            </a:r>
            <a:r>
              <a:rPr dirty="0" smtClean="0" spc="37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3.65%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  <a:p>
            <a:pPr algn="r" marL="174557" marR="419111">
              <a:lnSpc>
                <a:spcPts val="1336"/>
              </a:lnSpc>
              <a:spcBef>
                <a:spcPts val="237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Manbij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</a:t>
            </a:r>
            <a:r>
              <a:rPr dirty="0" smtClean="0" spc="1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3,195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</a:t>
            </a:r>
            <a:r>
              <a:rPr dirty="0" smtClean="0" spc="21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38.26%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</a:t>
            </a:r>
            <a:r>
              <a:rPr dirty="0" smtClean="0" spc="19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18-59yrs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</a:t>
            </a:r>
            <a:r>
              <a:rPr dirty="0" smtClean="0" spc="12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3,366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22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40.31%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</a:t>
            </a:r>
            <a:r>
              <a:rPr dirty="0" smtClean="0" spc="6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1,486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</a:t>
            </a:r>
            <a:r>
              <a:rPr dirty="0" smtClean="0" spc="18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17.80%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</a:t>
            </a:r>
            <a:r>
              <a:rPr dirty="0" smtClean="0" spc="38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1,880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</a:t>
            </a:r>
            <a:r>
              <a:rPr dirty="0" smtClean="0" spc="6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22.51%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  <a:p>
            <a:pPr algn="r" marL="174557" marR="419111">
              <a:lnSpc>
                <a:spcPts val="1336"/>
              </a:lnSpc>
              <a:spcBef>
                <a:spcPts val="237"/>
              </a:spcBef>
            </a:pPr>
            <a:r>
              <a:rPr dirty="0" smtClean="0" spc="-19" sz="1100">
                <a:solidFill>
                  <a:srgbClr val="252423"/>
                </a:solidFill>
                <a:latin typeface="Verdana"/>
                <a:cs typeface="Verdana"/>
              </a:rPr>
              <a:t>R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aqqa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</a:t>
            </a:r>
            <a:r>
              <a:rPr dirty="0" smtClean="0" spc="36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3,435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</a:t>
            </a:r>
            <a:r>
              <a:rPr dirty="0" smtClean="0" spc="21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41.14%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</a:t>
            </a:r>
            <a:r>
              <a:rPr dirty="0" smtClean="0" spc="19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2-5yrs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</a:t>
            </a:r>
            <a:r>
              <a:rPr dirty="0" smtClean="0" spc="30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935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22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11.20%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</a:t>
            </a:r>
            <a:r>
              <a:rPr dirty="0" smtClean="0" spc="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490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</a:t>
            </a:r>
            <a:r>
              <a:rPr dirty="0" smtClean="0" spc="10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5.87%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32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445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</a:t>
            </a:r>
            <a:r>
              <a:rPr dirty="0" smtClean="0" spc="37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5.33%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  <a:p>
            <a:pPr algn="r" marL="174557" marR="419111">
              <a:lnSpc>
                <a:spcPts val="1336"/>
              </a:lnSpc>
              <a:spcBef>
                <a:spcPts val="237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z_Not_Supplied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</a:t>
            </a:r>
            <a:r>
              <a:rPr dirty="0" smtClean="0" spc="10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104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</a:t>
            </a:r>
            <a:r>
              <a:rPr dirty="0" smtClean="0" spc="13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1.25%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</a:t>
            </a:r>
            <a:r>
              <a:rPr dirty="0" smtClean="0" spc="19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60+yrs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</a:t>
            </a:r>
            <a:r>
              <a:rPr dirty="0" smtClean="0" spc="29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352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</a:t>
            </a:r>
            <a:r>
              <a:rPr dirty="0" smtClean="0" spc="14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4.22%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</a:t>
            </a:r>
            <a:r>
              <a:rPr dirty="0" smtClean="0" spc="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146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</a:t>
            </a:r>
            <a:r>
              <a:rPr dirty="0" smtClean="0" spc="10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1.75%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32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206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</a:t>
            </a:r>
            <a:r>
              <a:rPr dirty="0" smtClean="0" spc="37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2.47%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  <a:p>
            <a:pPr algn="r" marL="174557" marR="419111">
              <a:lnSpc>
                <a:spcPts val="1341"/>
              </a:lnSpc>
              <a:spcBef>
                <a:spcPts val="237"/>
              </a:spcBef>
            </a:pP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Total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 </a:t>
            </a:r>
            <a:r>
              <a:rPr b="1" dirty="0" smtClean="0" spc="255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8,350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</a:t>
            </a:r>
            <a:r>
              <a:rPr b="1" dirty="0" smtClean="0" spc="22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100.00%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</a:t>
            </a:r>
            <a:r>
              <a:rPr b="1" dirty="0" smtClean="0" spc="375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6-17yrs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</a:t>
            </a:r>
            <a:r>
              <a:rPr dirty="0" smtClean="0" spc="4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3,052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22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36.55%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</a:t>
            </a:r>
            <a:r>
              <a:rPr dirty="0" smtClean="0" spc="6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1,535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</a:t>
            </a:r>
            <a:r>
              <a:rPr dirty="0" smtClean="0" spc="18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18.38%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</a:t>
            </a:r>
            <a:r>
              <a:rPr dirty="0" smtClean="0" spc="38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1,517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</a:t>
            </a:r>
            <a:r>
              <a:rPr dirty="0" smtClean="0" spc="6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18.17%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  <a:p>
            <a:pPr algn="r" marL="174557" marR="419111">
              <a:lnSpc>
                <a:spcPts val="1336"/>
              </a:lnSpc>
              <a:spcBef>
                <a:spcPts val="238"/>
              </a:spcBef>
            </a:pP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Total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</a:t>
            </a:r>
            <a:r>
              <a:rPr b="1" dirty="0" smtClean="0" spc="335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8,350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</a:t>
            </a:r>
            <a:r>
              <a:rPr b="1" dirty="0" smtClean="0" spc="22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100.00%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15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3,997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</a:t>
            </a:r>
            <a:r>
              <a:rPr b="1" dirty="0" smtClean="0" spc="9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47.87%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</a:t>
            </a:r>
            <a:r>
              <a:rPr b="1" dirty="0" smtClean="0" spc="225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4,353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</a:t>
            </a:r>
            <a:r>
              <a:rPr b="1" dirty="0" smtClean="0" spc="2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52.13%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object 286"/>
          <p:cNvSpPr txBox="1"/>
          <p:nvPr/>
        </p:nvSpPr>
        <p:spPr>
          <a:xfrm>
            <a:off x="228599" y="228599"/>
            <a:ext cx="12191999" cy="6857999"/>
          </a:xfrm>
          <a:prstGeom prst="rect">
            <a:avLst/>
          </a:prstGeom>
        </p:spPr>
        <p:txBody>
          <a:bodyPr bIns="0" lIns="0" rIns="0" rtlCol="0" tIns="3658" wrap="square">
            <a:noAutofit/>
          </a:bodyPr>
          <a:lstStyle/>
          <a:p>
            <a:pPr>
              <a:lnSpc>
                <a:spcPts val="650"/>
              </a:lnSpc>
            </a:pPr>
            <a:endParaRPr sz="650"/>
          </a:p>
          <a:p>
            <a:pPr algn="ctr" marL="5631814" marR="5632093">
              <a:lnSpc>
                <a:spcPct val="110839"/>
              </a:lnSpc>
            </a:pP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P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ower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228599" y="548639"/>
            <a:ext cx="12191999" cy="1222247"/>
          </a:xfrm>
          <a:custGeom>
            <a:avLst/>
            <a:gdLst/>
            <a:ahLst/>
            <a:cxnLst/>
            <a:rect b="b" l="l" r="r" t="t"/>
            <a:pathLst>
              <a:path h="1222247" w="12191999">
                <a:moveTo>
                  <a:pt x="9524" y="13334"/>
                </a:moveTo>
                <a:lnTo>
                  <a:pt x="12191999" y="0"/>
                </a:lnTo>
                <a:lnTo>
                  <a:pt x="12191999" y="1222247"/>
                </a:lnTo>
                <a:lnTo>
                  <a:pt x="12182474" y="1203959"/>
                </a:lnTo>
                <a:lnTo>
                  <a:pt x="12182474" y="13334"/>
                </a:lnTo>
                <a:lnTo>
                  <a:pt x="9524" y="13334"/>
                </a:lnTo>
                <a:close/>
              </a:path>
              <a:path h="1222247" w="12191999">
                <a:moveTo>
                  <a:pt x="0" y="0"/>
                </a:moveTo>
                <a:lnTo>
                  <a:pt x="12191999" y="0"/>
                </a:lnTo>
                <a:lnTo>
                  <a:pt x="9524" y="13334"/>
                </a:lnTo>
                <a:lnTo>
                  <a:pt x="9524" y="1203959"/>
                </a:lnTo>
                <a:lnTo>
                  <a:pt x="12182474" y="1203959"/>
                </a:lnTo>
                <a:lnTo>
                  <a:pt x="12191999" y="1222247"/>
                </a:lnTo>
                <a:lnTo>
                  <a:pt x="0" y="12222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98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9" name="object 99"/>
          <p:cNvSpPr/>
          <p:nvPr/>
        </p:nvSpPr>
        <p:spPr>
          <a:xfrm>
            <a:off x="12420599" y="557783"/>
            <a:ext cx="30479" cy="1267967"/>
          </a:xfrm>
          <a:custGeom>
            <a:avLst/>
            <a:gdLst/>
            <a:ahLst/>
            <a:cxnLst/>
            <a:rect b="b" l="l" r="r" t="t"/>
            <a:pathLst>
              <a:path h="1267967" w="30479">
                <a:moveTo>
                  <a:pt x="0" y="0"/>
                </a:moveTo>
                <a:lnTo>
                  <a:pt x="30479" y="0"/>
                </a:lnTo>
                <a:lnTo>
                  <a:pt x="30479" y="1267967"/>
                </a:lnTo>
                <a:lnTo>
                  <a:pt x="0" y="126796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939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0" name="object 100"/>
          <p:cNvSpPr/>
          <p:nvPr/>
        </p:nvSpPr>
        <p:spPr>
          <a:xfrm>
            <a:off x="198119" y="557783"/>
            <a:ext cx="30479" cy="1267967"/>
          </a:xfrm>
          <a:custGeom>
            <a:avLst/>
            <a:gdLst/>
            <a:ahLst/>
            <a:cxnLst/>
            <a:rect b="b" l="l" r="r" t="t"/>
            <a:pathLst>
              <a:path h="1267967" w="30479">
                <a:moveTo>
                  <a:pt x="0" y="0"/>
                </a:moveTo>
                <a:lnTo>
                  <a:pt x="30479" y="0"/>
                </a:lnTo>
                <a:lnTo>
                  <a:pt x="30479" y="1267967"/>
                </a:lnTo>
                <a:lnTo>
                  <a:pt x="0" y="126796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939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1" name="object 101"/>
          <p:cNvSpPr/>
          <p:nvPr/>
        </p:nvSpPr>
        <p:spPr>
          <a:xfrm>
            <a:off x="228599" y="228599"/>
            <a:ext cx="12191999" cy="6857999"/>
          </a:xfrm>
          <a:custGeom>
            <a:avLst/>
            <a:gdLst/>
            <a:ahLst/>
            <a:cxnLst/>
            <a:rect b="b" l="l" r="r" t="t"/>
            <a:pathLst>
              <a:path h="6857999" w="12191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2" name="object 102"/>
          <p:cNvSpPr/>
          <p:nvPr/>
        </p:nvSpPr>
        <p:spPr>
          <a:xfrm>
            <a:off x="12277724" y="1757362"/>
            <a:ext cx="142874" cy="0"/>
          </a:xfrm>
          <a:custGeom>
            <a:avLst/>
            <a:gdLst/>
            <a:ahLst/>
            <a:cxnLst/>
            <a:rect b="b" l="l" r="r" t="t"/>
            <a:pathLst>
              <a:path h="0" w="142874">
                <a:moveTo>
                  <a:pt x="0" y="0"/>
                </a:moveTo>
                <a:lnTo>
                  <a:pt x="142874" y="0"/>
                </a:lnTo>
              </a:path>
            </a:pathLst>
          </a:custGeom>
          <a:ln w="19049">
            <a:solidFill>
              <a:srgbClr val="324E54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3" name="object 103"/>
          <p:cNvSpPr/>
          <p:nvPr/>
        </p:nvSpPr>
        <p:spPr>
          <a:xfrm>
            <a:off x="228599" y="1757362"/>
            <a:ext cx="11277599" cy="0"/>
          </a:xfrm>
          <a:custGeom>
            <a:avLst/>
            <a:gdLst/>
            <a:ahLst/>
            <a:cxnLst/>
            <a:rect b="b" l="l" r="r" t="t"/>
            <a:pathLst>
              <a:path h="0" w="11277599">
                <a:moveTo>
                  <a:pt x="0" y="0"/>
                </a:moveTo>
                <a:lnTo>
                  <a:pt x="11277599" y="0"/>
                </a:lnTo>
              </a:path>
            </a:pathLst>
          </a:custGeom>
          <a:ln w="19049">
            <a:solidFill>
              <a:srgbClr val="324E54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4" name="object 104"/>
          <p:cNvSpPr/>
          <p:nvPr/>
        </p:nvSpPr>
        <p:spPr>
          <a:xfrm>
            <a:off x="1790699" y="390524"/>
            <a:ext cx="1847849" cy="1133474"/>
          </a:xfrm>
          <a:custGeom>
            <a:avLst/>
            <a:gdLst/>
            <a:ahLst/>
            <a:cxnLst/>
            <a:rect b="b" l="l" r="r" t="t"/>
            <a:pathLst>
              <a:path h="1133474" w="1847849">
                <a:moveTo>
                  <a:pt x="0" y="0"/>
                </a:moveTo>
                <a:lnTo>
                  <a:pt x="1847849" y="0"/>
                </a:lnTo>
                <a:lnTo>
                  <a:pt x="1847849" y="1133474"/>
                </a:lnTo>
                <a:lnTo>
                  <a:pt x="0" y="113347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5" name="object 105"/>
          <p:cNvSpPr/>
          <p:nvPr/>
        </p:nvSpPr>
        <p:spPr>
          <a:xfrm>
            <a:off x="333374" y="276224"/>
            <a:ext cx="1352550" cy="135255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6" name="object 106"/>
          <p:cNvSpPr/>
          <p:nvPr/>
        </p:nvSpPr>
        <p:spPr>
          <a:xfrm>
            <a:off x="428624" y="5143499"/>
            <a:ext cx="4400549" cy="1714499"/>
          </a:xfrm>
          <a:custGeom>
            <a:avLst/>
            <a:gdLst/>
            <a:ahLst/>
            <a:cxnLst/>
            <a:rect b="b" l="l" r="r" t="t"/>
            <a:pathLst>
              <a:path h="1714499" w="4400549">
                <a:moveTo>
                  <a:pt x="0" y="0"/>
                </a:moveTo>
                <a:lnTo>
                  <a:pt x="4400549" y="0"/>
                </a:lnTo>
                <a:lnTo>
                  <a:pt x="4400549" y="1714499"/>
                </a:lnTo>
                <a:lnTo>
                  <a:pt x="0" y="17144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7" name="object 107"/>
          <p:cNvSpPr/>
          <p:nvPr/>
        </p:nvSpPr>
        <p:spPr>
          <a:xfrm>
            <a:off x="433387" y="5148262"/>
            <a:ext cx="4391024" cy="1704974"/>
          </a:xfrm>
          <a:custGeom>
            <a:avLst/>
            <a:gdLst/>
            <a:ahLst/>
            <a:cxnLst/>
            <a:rect b="b" l="l" r="r" t="t"/>
            <a:pathLst>
              <a:path h="1704974" w="4391024">
                <a:moveTo>
                  <a:pt x="0" y="0"/>
                </a:moveTo>
                <a:lnTo>
                  <a:pt x="4391024" y="0"/>
                </a:lnTo>
                <a:lnTo>
                  <a:pt x="4391024" y="1704974"/>
                </a:lnTo>
                <a:lnTo>
                  <a:pt x="0" y="170497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8" name="object 108"/>
          <p:cNvSpPr/>
          <p:nvPr/>
        </p:nvSpPr>
        <p:spPr>
          <a:xfrm>
            <a:off x="495299" y="5381624"/>
            <a:ext cx="1533524" cy="285749"/>
          </a:xfrm>
          <a:custGeom>
            <a:avLst/>
            <a:gdLst/>
            <a:ahLst/>
            <a:cxnLst/>
            <a:rect b="b" l="l" r="r" t="t"/>
            <a:pathLst>
              <a:path h="285749" w="1533524">
                <a:moveTo>
                  <a:pt x="1533524" y="0"/>
                </a:moveTo>
                <a:lnTo>
                  <a:pt x="1533524" y="285749"/>
                </a:lnTo>
                <a:lnTo>
                  <a:pt x="0" y="285749"/>
                </a:lnTo>
                <a:lnTo>
                  <a:pt x="0" y="0"/>
                </a:lnTo>
                <a:lnTo>
                  <a:pt x="153352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9" name="object 109"/>
          <p:cNvSpPr/>
          <p:nvPr/>
        </p:nvSpPr>
        <p:spPr>
          <a:xfrm>
            <a:off x="2024062" y="5381624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0" name="object 110"/>
          <p:cNvSpPr/>
          <p:nvPr/>
        </p:nvSpPr>
        <p:spPr>
          <a:xfrm>
            <a:off x="495299" y="5662612"/>
            <a:ext cx="1533524" cy="0"/>
          </a:xfrm>
          <a:custGeom>
            <a:avLst/>
            <a:gdLst/>
            <a:ahLst/>
            <a:cxnLst/>
            <a:rect b="b" l="l" r="r" t="t"/>
            <a:pathLst>
              <a:path h="0" w="1533524">
                <a:moveTo>
                  <a:pt x="0" y="0"/>
                </a:moveTo>
                <a:lnTo>
                  <a:pt x="153352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1" name="object 111"/>
          <p:cNvSpPr/>
          <p:nvPr/>
        </p:nvSpPr>
        <p:spPr>
          <a:xfrm>
            <a:off x="2028824" y="5381624"/>
            <a:ext cx="1257299" cy="285749"/>
          </a:xfrm>
          <a:custGeom>
            <a:avLst/>
            <a:gdLst/>
            <a:ahLst/>
            <a:cxnLst/>
            <a:rect b="b" l="l" r="r" t="t"/>
            <a:pathLst>
              <a:path h="285749" w="1257299">
                <a:moveTo>
                  <a:pt x="1257299" y="0"/>
                </a:moveTo>
                <a:lnTo>
                  <a:pt x="1257299" y="285749"/>
                </a:lnTo>
                <a:lnTo>
                  <a:pt x="0" y="285749"/>
                </a:lnTo>
                <a:lnTo>
                  <a:pt x="0" y="0"/>
                </a:lnTo>
                <a:lnTo>
                  <a:pt x="12572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2" name="object 112"/>
          <p:cNvSpPr/>
          <p:nvPr/>
        </p:nvSpPr>
        <p:spPr>
          <a:xfrm>
            <a:off x="3281362" y="5381624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3" name="object 113"/>
          <p:cNvSpPr/>
          <p:nvPr/>
        </p:nvSpPr>
        <p:spPr>
          <a:xfrm>
            <a:off x="2028824" y="5662612"/>
            <a:ext cx="1257299" cy="0"/>
          </a:xfrm>
          <a:custGeom>
            <a:avLst/>
            <a:gdLst/>
            <a:ahLst/>
            <a:cxnLst/>
            <a:rect b="b" l="l" r="r" t="t"/>
            <a:pathLst>
              <a:path h="0" w="1257299">
                <a:moveTo>
                  <a:pt x="0" y="0"/>
                </a:moveTo>
                <a:lnTo>
                  <a:pt x="12572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4" name="object 114"/>
          <p:cNvSpPr/>
          <p:nvPr/>
        </p:nvSpPr>
        <p:spPr>
          <a:xfrm>
            <a:off x="3286124" y="5381624"/>
            <a:ext cx="1428749" cy="285749"/>
          </a:xfrm>
          <a:custGeom>
            <a:avLst/>
            <a:gdLst/>
            <a:ahLst/>
            <a:cxnLst/>
            <a:rect b="b" l="l" r="r" t="t"/>
            <a:pathLst>
              <a:path h="285749" w="1428749">
                <a:moveTo>
                  <a:pt x="1428749" y="0"/>
                </a:moveTo>
                <a:lnTo>
                  <a:pt x="1428749" y="285749"/>
                </a:lnTo>
                <a:lnTo>
                  <a:pt x="0" y="285749"/>
                </a:lnTo>
                <a:lnTo>
                  <a:pt x="0" y="0"/>
                </a:lnTo>
                <a:lnTo>
                  <a:pt x="14287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5" name="object 115"/>
          <p:cNvSpPr/>
          <p:nvPr/>
        </p:nvSpPr>
        <p:spPr>
          <a:xfrm>
            <a:off x="3286124" y="5662612"/>
            <a:ext cx="1428749" cy="0"/>
          </a:xfrm>
          <a:custGeom>
            <a:avLst/>
            <a:gdLst/>
            <a:ahLst/>
            <a:cxnLst/>
            <a:rect b="b" l="l" r="r" t="t"/>
            <a:pathLst>
              <a:path h="0" w="1428749">
                <a:moveTo>
                  <a:pt x="0" y="0"/>
                </a:moveTo>
                <a:lnTo>
                  <a:pt x="14287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6" name="object 116"/>
          <p:cNvSpPr/>
          <p:nvPr/>
        </p:nvSpPr>
        <p:spPr>
          <a:xfrm>
            <a:off x="495299" y="5667374"/>
            <a:ext cx="1533524" cy="200024"/>
          </a:xfrm>
          <a:custGeom>
            <a:avLst/>
            <a:gdLst/>
            <a:ahLst/>
            <a:cxnLst/>
            <a:rect b="b" l="l" r="r" t="t"/>
            <a:pathLst>
              <a:path h="200024" w="1533524">
                <a:moveTo>
                  <a:pt x="1533524" y="0"/>
                </a:moveTo>
                <a:lnTo>
                  <a:pt x="1533524" y="200024"/>
                </a:lnTo>
                <a:lnTo>
                  <a:pt x="0" y="200024"/>
                </a:lnTo>
                <a:lnTo>
                  <a:pt x="0" y="0"/>
                </a:lnTo>
                <a:lnTo>
                  <a:pt x="153352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7" name="object 117"/>
          <p:cNvSpPr/>
          <p:nvPr/>
        </p:nvSpPr>
        <p:spPr>
          <a:xfrm>
            <a:off x="495299" y="5862637"/>
            <a:ext cx="1533524" cy="0"/>
          </a:xfrm>
          <a:custGeom>
            <a:avLst/>
            <a:gdLst/>
            <a:ahLst/>
            <a:cxnLst/>
            <a:rect b="b" l="l" r="r" t="t"/>
            <a:pathLst>
              <a:path h="0" w="1533524">
                <a:moveTo>
                  <a:pt x="0" y="0"/>
                </a:moveTo>
                <a:lnTo>
                  <a:pt x="15335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8" name="object 118"/>
          <p:cNvSpPr/>
          <p:nvPr/>
        </p:nvSpPr>
        <p:spPr>
          <a:xfrm>
            <a:off x="2024062" y="56673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9" name="object 119"/>
          <p:cNvSpPr/>
          <p:nvPr/>
        </p:nvSpPr>
        <p:spPr>
          <a:xfrm>
            <a:off x="2028824" y="5667374"/>
            <a:ext cx="1257299" cy="200024"/>
          </a:xfrm>
          <a:custGeom>
            <a:avLst/>
            <a:gdLst/>
            <a:ahLst/>
            <a:cxnLst/>
            <a:rect b="b" l="l" r="r" t="t"/>
            <a:pathLst>
              <a:path h="200024" w="1257299">
                <a:moveTo>
                  <a:pt x="1257299" y="0"/>
                </a:moveTo>
                <a:lnTo>
                  <a:pt x="1257299" y="200024"/>
                </a:lnTo>
                <a:lnTo>
                  <a:pt x="0" y="200024"/>
                </a:lnTo>
                <a:lnTo>
                  <a:pt x="0" y="0"/>
                </a:lnTo>
                <a:lnTo>
                  <a:pt x="12572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0" name="object 120"/>
          <p:cNvSpPr/>
          <p:nvPr/>
        </p:nvSpPr>
        <p:spPr>
          <a:xfrm>
            <a:off x="2028824" y="5862637"/>
            <a:ext cx="1257299" cy="0"/>
          </a:xfrm>
          <a:custGeom>
            <a:avLst/>
            <a:gdLst/>
            <a:ahLst/>
            <a:cxnLst/>
            <a:rect b="b" l="l" r="r" t="t"/>
            <a:pathLst>
              <a:path h="0" w="1257299">
                <a:moveTo>
                  <a:pt x="0" y="0"/>
                </a:moveTo>
                <a:lnTo>
                  <a:pt x="12572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1" name="object 121"/>
          <p:cNvSpPr/>
          <p:nvPr/>
        </p:nvSpPr>
        <p:spPr>
          <a:xfrm>
            <a:off x="3281362" y="56673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2" name="object 122"/>
          <p:cNvSpPr/>
          <p:nvPr/>
        </p:nvSpPr>
        <p:spPr>
          <a:xfrm>
            <a:off x="3286124" y="5667374"/>
            <a:ext cx="1428749" cy="200024"/>
          </a:xfrm>
          <a:custGeom>
            <a:avLst/>
            <a:gdLst/>
            <a:ahLst/>
            <a:cxnLst/>
            <a:rect b="b" l="l" r="r" t="t"/>
            <a:pathLst>
              <a:path h="200024" w="1428749">
                <a:moveTo>
                  <a:pt x="1428749" y="0"/>
                </a:moveTo>
                <a:lnTo>
                  <a:pt x="1428749" y="200024"/>
                </a:lnTo>
                <a:lnTo>
                  <a:pt x="0" y="200024"/>
                </a:lnTo>
                <a:lnTo>
                  <a:pt x="0" y="0"/>
                </a:lnTo>
                <a:lnTo>
                  <a:pt x="14287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3" name="object 123"/>
          <p:cNvSpPr/>
          <p:nvPr/>
        </p:nvSpPr>
        <p:spPr>
          <a:xfrm>
            <a:off x="3286124" y="5862637"/>
            <a:ext cx="1428749" cy="0"/>
          </a:xfrm>
          <a:custGeom>
            <a:avLst/>
            <a:gdLst/>
            <a:ahLst/>
            <a:cxnLst/>
            <a:rect b="b" l="l" r="r" t="t"/>
            <a:pathLst>
              <a:path h="0" w="1428749">
                <a:moveTo>
                  <a:pt x="0" y="0"/>
                </a:moveTo>
                <a:lnTo>
                  <a:pt x="14287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4" name="object 124"/>
          <p:cNvSpPr/>
          <p:nvPr/>
        </p:nvSpPr>
        <p:spPr>
          <a:xfrm>
            <a:off x="495299" y="5867399"/>
            <a:ext cx="1533524" cy="190499"/>
          </a:xfrm>
          <a:custGeom>
            <a:avLst/>
            <a:gdLst/>
            <a:ahLst/>
            <a:cxnLst/>
            <a:rect b="b" l="l" r="r" t="t"/>
            <a:pathLst>
              <a:path h="190499" w="1533524">
                <a:moveTo>
                  <a:pt x="0" y="0"/>
                </a:moveTo>
                <a:lnTo>
                  <a:pt x="1533524" y="0"/>
                </a:lnTo>
                <a:lnTo>
                  <a:pt x="1533524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" name="object 125"/>
          <p:cNvSpPr/>
          <p:nvPr/>
        </p:nvSpPr>
        <p:spPr>
          <a:xfrm>
            <a:off x="2024062" y="586739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6" name="object 126"/>
          <p:cNvSpPr/>
          <p:nvPr/>
        </p:nvSpPr>
        <p:spPr>
          <a:xfrm>
            <a:off x="2028824" y="5867399"/>
            <a:ext cx="1257299" cy="190499"/>
          </a:xfrm>
          <a:custGeom>
            <a:avLst/>
            <a:gdLst/>
            <a:ahLst/>
            <a:cxnLst/>
            <a:rect b="b" l="l" r="r" t="t"/>
            <a:pathLst>
              <a:path h="190499" w="1257299">
                <a:moveTo>
                  <a:pt x="0" y="0"/>
                </a:moveTo>
                <a:lnTo>
                  <a:pt x="1257299" y="0"/>
                </a:lnTo>
                <a:lnTo>
                  <a:pt x="12572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" name="object 127"/>
          <p:cNvSpPr/>
          <p:nvPr/>
        </p:nvSpPr>
        <p:spPr>
          <a:xfrm>
            <a:off x="3281362" y="586739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" name="object 128"/>
          <p:cNvSpPr/>
          <p:nvPr/>
        </p:nvSpPr>
        <p:spPr>
          <a:xfrm>
            <a:off x="3286124" y="5867399"/>
            <a:ext cx="1428749" cy="190499"/>
          </a:xfrm>
          <a:custGeom>
            <a:avLst/>
            <a:gdLst/>
            <a:ahLst/>
            <a:cxnLst/>
            <a:rect b="b" l="l" r="r" t="t"/>
            <a:pathLst>
              <a:path h="190499" w="1428749">
                <a:moveTo>
                  <a:pt x="0" y="0"/>
                </a:moveTo>
                <a:lnTo>
                  <a:pt x="1428749" y="0"/>
                </a:lnTo>
                <a:lnTo>
                  <a:pt x="142874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" name="object 129"/>
          <p:cNvSpPr/>
          <p:nvPr/>
        </p:nvSpPr>
        <p:spPr>
          <a:xfrm>
            <a:off x="2024062" y="60578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" name="object 130"/>
          <p:cNvSpPr/>
          <p:nvPr/>
        </p:nvSpPr>
        <p:spPr>
          <a:xfrm>
            <a:off x="495299" y="6062662"/>
            <a:ext cx="1533524" cy="0"/>
          </a:xfrm>
          <a:custGeom>
            <a:avLst/>
            <a:gdLst/>
            <a:ahLst/>
            <a:cxnLst/>
            <a:rect b="b" l="l" r="r" t="t"/>
            <a:pathLst>
              <a:path h="0" w="1533524">
                <a:moveTo>
                  <a:pt x="0" y="0"/>
                </a:moveTo>
                <a:lnTo>
                  <a:pt x="153352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" name="object 131"/>
          <p:cNvSpPr/>
          <p:nvPr/>
        </p:nvSpPr>
        <p:spPr>
          <a:xfrm>
            <a:off x="3281362" y="60578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" name="object 132"/>
          <p:cNvSpPr/>
          <p:nvPr/>
        </p:nvSpPr>
        <p:spPr>
          <a:xfrm>
            <a:off x="2028824" y="6062662"/>
            <a:ext cx="1257299" cy="0"/>
          </a:xfrm>
          <a:custGeom>
            <a:avLst/>
            <a:gdLst/>
            <a:ahLst/>
            <a:cxnLst/>
            <a:rect b="b" l="l" r="r" t="t"/>
            <a:pathLst>
              <a:path h="0" w="1257299">
                <a:moveTo>
                  <a:pt x="0" y="0"/>
                </a:moveTo>
                <a:lnTo>
                  <a:pt x="12572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" name="object 133"/>
          <p:cNvSpPr/>
          <p:nvPr/>
        </p:nvSpPr>
        <p:spPr>
          <a:xfrm>
            <a:off x="3286124" y="6062662"/>
            <a:ext cx="1428749" cy="0"/>
          </a:xfrm>
          <a:custGeom>
            <a:avLst/>
            <a:gdLst/>
            <a:ahLst/>
            <a:cxnLst/>
            <a:rect b="b" l="l" r="r" t="t"/>
            <a:pathLst>
              <a:path h="0" w="1428749">
                <a:moveTo>
                  <a:pt x="0" y="0"/>
                </a:moveTo>
                <a:lnTo>
                  <a:pt x="14287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" name="object 134"/>
          <p:cNvSpPr/>
          <p:nvPr/>
        </p:nvSpPr>
        <p:spPr>
          <a:xfrm>
            <a:off x="428624" y="1981199"/>
            <a:ext cx="4391024" cy="3162299"/>
          </a:xfrm>
          <a:custGeom>
            <a:avLst/>
            <a:gdLst/>
            <a:ahLst/>
            <a:cxnLst/>
            <a:rect b="b" l="l" r="r" t="t"/>
            <a:pathLst>
              <a:path h="3162299" w="4391024">
                <a:moveTo>
                  <a:pt x="0" y="0"/>
                </a:moveTo>
                <a:lnTo>
                  <a:pt x="4391024" y="0"/>
                </a:lnTo>
                <a:lnTo>
                  <a:pt x="4391024" y="3162299"/>
                </a:lnTo>
                <a:lnTo>
                  <a:pt x="0" y="31622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" name="object 135"/>
          <p:cNvSpPr/>
          <p:nvPr/>
        </p:nvSpPr>
        <p:spPr>
          <a:xfrm>
            <a:off x="433387" y="1985962"/>
            <a:ext cx="4381499" cy="3152774"/>
          </a:xfrm>
          <a:custGeom>
            <a:avLst/>
            <a:gdLst/>
            <a:ahLst/>
            <a:cxnLst/>
            <a:rect b="b" l="l" r="r" t="t"/>
            <a:pathLst>
              <a:path h="3152774" w="4381499">
                <a:moveTo>
                  <a:pt x="0" y="0"/>
                </a:moveTo>
                <a:lnTo>
                  <a:pt x="4381499" y="0"/>
                </a:lnTo>
                <a:lnTo>
                  <a:pt x="4381499" y="3152774"/>
                </a:lnTo>
                <a:lnTo>
                  <a:pt x="0" y="315277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" name="object 136"/>
          <p:cNvSpPr/>
          <p:nvPr/>
        </p:nvSpPr>
        <p:spPr>
          <a:xfrm>
            <a:off x="1652100" y="2539972"/>
            <a:ext cx="1963278" cy="1963396"/>
          </a:xfrm>
          <a:custGeom>
            <a:avLst/>
            <a:gdLst/>
            <a:ahLst/>
            <a:cxnLst/>
            <a:rect b="b" l="l" r="r" t="t"/>
            <a:pathLst>
              <a:path h="1963396" w="1963278">
                <a:moveTo>
                  <a:pt x="981561" y="490868"/>
                </a:moveTo>
                <a:lnTo>
                  <a:pt x="981561" y="0"/>
                </a:lnTo>
                <a:lnTo>
                  <a:pt x="994263" y="82"/>
                </a:lnTo>
                <a:lnTo>
                  <a:pt x="1006960" y="328"/>
                </a:lnTo>
                <a:lnTo>
                  <a:pt x="1054892" y="2742"/>
                </a:lnTo>
                <a:lnTo>
                  <a:pt x="1102649" y="7496"/>
                </a:lnTo>
                <a:lnTo>
                  <a:pt x="1150116" y="14577"/>
                </a:lnTo>
                <a:lnTo>
                  <a:pt x="1197181" y="23970"/>
                </a:lnTo>
                <a:lnTo>
                  <a:pt x="1243730" y="35652"/>
                </a:lnTo>
                <a:lnTo>
                  <a:pt x="1289653" y="49595"/>
                </a:lnTo>
                <a:lnTo>
                  <a:pt x="1334839" y="65766"/>
                </a:lnTo>
                <a:lnTo>
                  <a:pt x="1379181" y="84125"/>
                </a:lnTo>
                <a:lnTo>
                  <a:pt x="1422573" y="104630"/>
                </a:lnTo>
                <a:lnTo>
                  <a:pt x="1464911" y="127231"/>
                </a:lnTo>
                <a:lnTo>
                  <a:pt x="1506094" y="151873"/>
                </a:lnTo>
                <a:lnTo>
                  <a:pt x="1546023" y="178499"/>
                </a:lnTo>
                <a:lnTo>
                  <a:pt x="1584604" y="207045"/>
                </a:lnTo>
                <a:lnTo>
                  <a:pt x="1621743" y="237442"/>
                </a:lnTo>
                <a:lnTo>
                  <a:pt x="1657352" y="269617"/>
                </a:lnTo>
                <a:lnTo>
                  <a:pt x="1691347" y="303495"/>
                </a:lnTo>
                <a:lnTo>
                  <a:pt x="1723645" y="338993"/>
                </a:lnTo>
                <a:lnTo>
                  <a:pt x="1754170" y="376027"/>
                </a:lnTo>
                <a:lnTo>
                  <a:pt x="1782848" y="414509"/>
                </a:lnTo>
                <a:lnTo>
                  <a:pt x="1809611" y="454346"/>
                </a:lnTo>
                <a:lnTo>
                  <a:pt x="1834396" y="495444"/>
                </a:lnTo>
                <a:lnTo>
                  <a:pt x="1857142" y="537704"/>
                </a:lnTo>
                <a:lnTo>
                  <a:pt x="1877796" y="581025"/>
                </a:lnTo>
                <a:lnTo>
                  <a:pt x="1896309" y="625304"/>
                </a:lnTo>
                <a:lnTo>
                  <a:pt x="1912635" y="670434"/>
                </a:lnTo>
                <a:lnTo>
                  <a:pt x="1926736" y="716308"/>
                </a:lnTo>
                <a:lnTo>
                  <a:pt x="1938578" y="762817"/>
                </a:lnTo>
                <a:lnTo>
                  <a:pt x="1948133" y="809849"/>
                </a:lnTo>
                <a:lnTo>
                  <a:pt x="1955379" y="857291"/>
                </a:lnTo>
                <a:lnTo>
                  <a:pt x="1960297" y="905031"/>
                </a:lnTo>
                <a:lnTo>
                  <a:pt x="1962876" y="952955"/>
                </a:lnTo>
                <a:lnTo>
                  <a:pt x="1963278" y="975546"/>
                </a:lnTo>
                <a:lnTo>
                  <a:pt x="1963276" y="988247"/>
                </a:lnTo>
                <a:lnTo>
                  <a:pt x="1961785" y="1036217"/>
                </a:lnTo>
                <a:lnTo>
                  <a:pt x="1957951" y="1084056"/>
                </a:lnTo>
                <a:lnTo>
                  <a:pt x="1951784" y="1131651"/>
                </a:lnTo>
                <a:lnTo>
                  <a:pt x="1943298" y="1178888"/>
                </a:lnTo>
                <a:lnTo>
                  <a:pt x="1932514" y="1225653"/>
                </a:lnTo>
                <a:lnTo>
                  <a:pt x="1919458" y="1271836"/>
                </a:lnTo>
                <a:lnTo>
                  <a:pt x="1904160" y="1317325"/>
                </a:lnTo>
                <a:lnTo>
                  <a:pt x="1886657" y="1362012"/>
                </a:lnTo>
                <a:lnTo>
                  <a:pt x="1866991" y="1405790"/>
                </a:lnTo>
                <a:lnTo>
                  <a:pt x="1845209" y="1448555"/>
                </a:lnTo>
                <a:lnTo>
                  <a:pt x="1821363" y="1490205"/>
                </a:lnTo>
                <a:lnTo>
                  <a:pt x="1795510" y="1530639"/>
                </a:lnTo>
                <a:lnTo>
                  <a:pt x="1767713" y="1569762"/>
                </a:lnTo>
                <a:lnTo>
                  <a:pt x="1738036" y="1607479"/>
                </a:lnTo>
                <a:lnTo>
                  <a:pt x="1706551" y="1643701"/>
                </a:lnTo>
                <a:lnTo>
                  <a:pt x="1673334" y="1678341"/>
                </a:lnTo>
                <a:lnTo>
                  <a:pt x="1638464" y="1711316"/>
                </a:lnTo>
                <a:lnTo>
                  <a:pt x="1602024" y="1742547"/>
                </a:lnTo>
                <a:lnTo>
                  <a:pt x="1564101" y="1771961"/>
                </a:lnTo>
                <a:lnTo>
                  <a:pt x="1524786" y="1799486"/>
                </a:lnTo>
                <a:lnTo>
                  <a:pt x="1484173" y="1825057"/>
                </a:lnTo>
                <a:lnTo>
                  <a:pt x="1442359" y="1848612"/>
                </a:lnTo>
                <a:lnTo>
                  <a:pt x="1399443" y="1870096"/>
                </a:lnTo>
                <a:lnTo>
                  <a:pt x="1355529" y="1889457"/>
                </a:lnTo>
                <a:lnTo>
                  <a:pt x="1310721" y="1906648"/>
                </a:lnTo>
                <a:lnTo>
                  <a:pt x="1265127" y="1921629"/>
                </a:lnTo>
                <a:lnTo>
                  <a:pt x="1218854" y="1934364"/>
                </a:lnTo>
                <a:lnTo>
                  <a:pt x="1172015" y="1944823"/>
                </a:lnTo>
                <a:lnTo>
                  <a:pt x="1124721" y="1952980"/>
                </a:lnTo>
                <a:lnTo>
                  <a:pt x="1077084" y="1958816"/>
                </a:lnTo>
                <a:lnTo>
                  <a:pt x="1029219" y="1962316"/>
                </a:lnTo>
                <a:lnTo>
                  <a:pt x="993943" y="1963396"/>
                </a:lnTo>
                <a:lnTo>
                  <a:pt x="968544" y="1963388"/>
                </a:lnTo>
                <a:lnTo>
                  <a:pt x="920582" y="1961578"/>
                </a:lnTo>
                <a:lnTo>
                  <a:pt x="872769" y="1957427"/>
                </a:lnTo>
                <a:lnTo>
                  <a:pt x="825217" y="1950945"/>
                </a:lnTo>
                <a:lnTo>
                  <a:pt x="778037" y="1942146"/>
                </a:lnTo>
                <a:lnTo>
                  <a:pt x="731345" y="1931052"/>
                </a:lnTo>
                <a:lnTo>
                  <a:pt x="685250" y="1917689"/>
                </a:lnTo>
                <a:lnTo>
                  <a:pt x="639863" y="1902090"/>
                </a:lnTo>
                <a:lnTo>
                  <a:pt x="595293" y="1884291"/>
                </a:lnTo>
                <a:lnTo>
                  <a:pt x="551646" y="1864336"/>
                </a:lnTo>
                <a:lnTo>
                  <a:pt x="509026" y="1842271"/>
                </a:lnTo>
                <a:lnTo>
                  <a:pt x="467536" y="1818149"/>
                </a:lnTo>
                <a:lnTo>
                  <a:pt x="427274" y="1792029"/>
                </a:lnTo>
                <a:lnTo>
                  <a:pt x="388336" y="1763972"/>
                </a:lnTo>
                <a:lnTo>
                  <a:pt x="350817" y="1734046"/>
                </a:lnTo>
                <a:lnTo>
                  <a:pt x="314804" y="1702322"/>
                </a:lnTo>
                <a:lnTo>
                  <a:pt x="280385" y="1668876"/>
                </a:lnTo>
                <a:lnTo>
                  <a:pt x="247642" y="1633788"/>
                </a:lnTo>
                <a:lnTo>
                  <a:pt x="216653" y="1597142"/>
                </a:lnTo>
                <a:lnTo>
                  <a:pt x="187491" y="1559025"/>
                </a:lnTo>
                <a:lnTo>
                  <a:pt x="160228" y="1519528"/>
                </a:lnTo>
                <a:lnTo>
                  <a:pt x="134927" y="1478746"/>
                </a:lnTo>
                <a:lnTo>
                  <a:pt x="111649" y="1436777"/>
                </a:lnTo>
                <a:lnTo>
                  <a:pt x="90450" y="1393720"/>
                </a:lnTo>
                <a:lnTo>
                  <a:pt x="71381" y="1349678"/>
                </a:lnTo>
                <a:lnTo>
                  <a:pt x="54487" y="1304757"/>
                </a:lnTo>
                <a:lnTo>
                  <a:pt x="39809" y="1259064"/>
                </a:lnTo>
                <a:lnTo>
                  <a:pt x="27381" y="1212709"/>
                </a:lnTo>
                <a:lnTo>
                  <a:pt x="17233" y="1165801"/>
                </a:lnTo>
                <a:lnTo>
                  <a:pt x="9390" y="1118454"/>
                </a:lnTo>
                <a:lnTo>
                  <a:pt x="3870" y="1070780"/>
                </a:lnTo>
                <a:lnTo>
                  <a:pt x="687" y="1022893"/>
                </a:lnTo>
                <a:lnTo>
                  <a:pt x="0" y="1000309"/>
                </a:lnTo>
                <a:lnTo>
                  <a:pt x="490780" y="991023"/>
                </a:lnTo>
                <a:lnTo>
                  <a:pt x="491185" y="1003724"/>
                </a:lnTo>
                <a:lnTo>
                  <a:pt x="491918" y="1016404"/>
                </a:lnTo>
                <a:lnTo>
                  <a:pt x="495674" y="1051492"/>
                </a:lnTo>
                <a:lnTo>
                  <a:pt x="501940" y="1086213"/>
                </a:lnTo>
                <a:lnTo>
                  <a:pt x="511488" y="1123099"/>
                </a:lnTo>
                <a:lnTo>
                  <a:pt x="522858" y="1156505"/>
                </a:lnTo>
                <a:lnTo>
                  <a:pt x="536600" y="1189008"/>
                </a:lnTo>
                <a:lnTo>
                  <a:pt x="552637" y="1220434"/>
                </a:lnTo>
                <a:lnTo>
                  <a:pt x="572443" y="1252983"/>
                </a:lnTo>
                <a:lnTo>
                  <a:pt x="592987" y="1281675"/>
                </a:lnTo>
                <a:lnTo>
                  <a:pt x="615540" y="1308816"/>
                </a:lnTo>
                <a:lnTo>
                  <a:pt x="639980" y="1334262"/>
                </a:lnTo>
                <a:lnTo>
                  <a:pt x="668351" y="1359694"/>
                </a:lnTo>
                <a:lnTo>
                  <a:pt x="696314" y="1381219"/>
                </a:lnTo>
                <a:lnTo>
                  <a:pt x="725752" y="1400680"/>
                </a:lnTo>
                <a:lnTo>
                  <a:pt x="756505" y="1417972"/>
                </a:lnTo>
                <a:lnTo>
                  <a:pt x="791018" y="1434114"/>
                </a:lnTo>
                <a:lnTo>
                  <a:pt x="824010" y="1446635"/>
                </a:lnTo>
                <a:lnTo>
                  <a:pt x="857818" y="1456752"/>
                </a:lnTo>
                <a:lnTo>
                  <a:pt x="892257" y="1464413"/>
                </a:lnTo>
                <a:lnTo>
                  <a:pt x="929964" y="1469886"/>
                </a:lnTo>
                <a:lnTo>
                  <a:pt x="965159" y="1472331"/>
                </a:lnTo>
                <a:lnTo>
                  <a:pt x="977853" y="1472591"/>
                </a:lnTo>
                <a:lnTo>
                  <a:pt x="987752" y="1472566"/>
                </a:lnTo>
                <a:lnTo>
                  <a:pt x="1025803" y="1470607"/>
                </a:lnTo>
                <a:lnTo>
                  <a:pt x="1060811" y="1466166"/>
                </a:lnTo>
                <a:lnTo>
                  <a:pt x="1095409" y="1459220"/>
                </a:lnTo>
                <a:lnTo>
                  <a:pt x="1129412" y="1449809"/>
                </a:lnTo>
                <a:lnTo>
                  <a:pt x="1165272" y="1436931"/>
                </a:lnTo>
                <a:lnTo>
                  <a:pt x="1197500" y="1422557"/>
                </a:lnTo>
                <a:lnTo>
                  <a:pt x="1228612" y="1405904"/>
                </a:lnTo>
                <a:lnTo>
                  <a:pt x="1258441" y="1387063"/>
                </a:lnTo>
                <a:lnTo>
                  <a:pt x="1289045" y="1364366"/>
                </a:lnTo>
                <a:lnTo>
                  <a:pt x="1315740" y="1341287"/>
                </a:lnTo>
                <a:lnTo>
                  <a:pt x="1340708" y="1316349"/>
                </a:lnTo>
                <a:lnTo>
                  <a:pt x="1363815" y="1289688"/>
                </a:lnTo>
                <a:lnTo>
                  <a:pt x="1386549" y="1259111"/>
                </a:lnTo>
                <a:lnTo>
                  <a:pt x="1405430" y="1229300"/>
                </a:lnTo>
                <a:lnTo>
                  <a:pt x="1422120" y="1198207"/>
                </a:lnTo>
                <a:lnTo>
                  <a:pt x="1436531" y="1166003"/>
                </a:lnTo>
                <a:lnTo>
                  <a:pt x="1449453" y="1130159"/>
                </a:lnTo>
                <a:lnTo>
                  <a:pt x="1458907" y="1096161"/>
                </a:lnTo>
                <a:lnTo>
                  <a:pt x="1465894" y="1061571"/>
                </a:lnTo>
                <a:lnTo>
                  <a:pt x="1470377" y="1026576"/>
                </a:lnTo>
                <a:lnTo>
                  <a:pt x="1472383" y="988534"/>
                </a:lnTo>
                <a:lnTo>
                  <a:pt x="1472420" y="978641"/>
                </a:lnTo>
                <a:lnTo>
                  <a:pt x="1472175" y="965935"/>
                </a:lnTo>
                <a:lnTo>
                  <a:pt x="1469773" y="930736"/>
                </a:lnTo>
                <a:lnTo>
                  <a:pt x="1464346" y="893022"/>
                </a:lnTo>
                <a:lnTo>
                  <a:pt x="1456726" y="858567"/>
                </a:lnTo>
                <a:lnTo>
                  <a:pt x="1446649" y="824748"/>
                </a:lnTo>
                <a:lnTo>
                  <a:pt x="1434171" y="791746"/>
                </a:lnTo>
                <a:lnTo>
                  <a:pt x="1418071" y="757213"/>
                </a:lnTo>
                <a:lnTo>
                  <a:pt x="1400813" y="726433"/>
                </a:lnTo>
                <a:lnTo>
                  <a:pt x="1381388" y="696972"/>
                </a:lnTo>
                <a:lnTo>
                  <a:pt x="1359900" y="668989"/>
                </a:lnTo>
                <a:lnTo>
                  <a:pt x="1334503" y="640586"/>
                </a:lnTo>
                <a:lnTo>
                  <a:pt x="1309082" y="616111"/>
                </a:lnTo>
                <a:lnTo>
                  <a:pt x="1281968" y="593525"/>
                </a:lnTo>
                <a:lnTo>
                  <a:pt x="1253307" y="572951"/>
                </a:lnTo>
                <a:lnTo>
                  <a:pt x="1220782" y="553104"/>
                </a:lnTo>
                <a:lnTo>
                  <a:pt x="1189370" y="537026"/>
                </a:lnTo>
                <a:lnTo>
                  <a:pt x="1156883" y="523245"/>
                </a:lnTo>
                <a:lnTo>
                  <a:pt x="1123497" y="511837"/>
                </a:lnTo>
                <a:lnTo>
                  <a:pt x="1086623" y="502243"/>
                </a:lnTo>
                <a:lnTo>
                  <a:pt x="1051903" y="495934"/>
                </a:lnTo>
                <a:lnTo>
                  <a:pt x="1016819" y="492136"/>
                </a:lnTo>
                <a:lnTo>
                  <a:pt x="991446" y="490967"/>
                </a:lnTo>
                <a:lnTo>
                  <a:pt x="981561" y="490868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" name="object 137"/>
          <p:cNvSpPr/>
          <p:nvPr/>
        </p:nvSpPr>
        <p:spPr>
          <a:xfrm>
            <a:off x="1651942" y="2539972"/>
            <a:ext cx="981719" cy="1000309"/>
          </a:xfrm>
          <a:custGeom>
            <a:avLst/>
            <a:gdLst/>
            <a:ahLst/>
            <a:cxnLst/>
            <a:rect b="b" l="l" r="r" t="t"/>
            <a:pathLst>
              <a:path h="1000309" w="981719">
                <a:moveTo>
                  <a:pt x="504470" y="123808"/>
                </a:moveTo>
                <a:lnTo>
                  <a:pt x="525026" y="112691"/>
                </a:lnTo>
                <a:lnTo>
                  <a:pt x="547662" y="101168"/>
                </a:lnTo>
                <a:lnTo>
                  <a:pt x="568745" y="91085"/>
                </a:lnTo>
                <a:lnTo>
                  <a:pt x="591925" y="80699"/>
                </a:lnTo>
                <a:lnTo>
                  <a:pt x="613483" y="71676"/>
                </a:lnTo>
                <a:lnTo>
                  <a:pt x="637149" y="62455"/>
                </a:lnTo>
                <a:lnTo>
                  <a:pt x="659129" y="54513"/>
                </a:lnTo>
                <a:lnTo>
                  <a:pt x="683224" y="46478"/>
                </a:lnTo>
                <a:lnTo>
                  <a:pt x="705571" y="39638"/>
                </a:lnTo>
                <a:lnTo>
                  <a:pt x="730036" y="32809"/>
                </a:lnTo>
                <a:lnTo>
                  <a:pt x="752695" y="27087"/>
                </a:lnTo>
                <a:lnTo>
                  <a:pt x="777468" y="21482"/>
                </a:lnTo>
                <a:lnTo>
                  <a:pt x="800383" y="16892"/>
                </a:lnTo>
                <a:lnTo>
                  <a:pt x="825405" y="12524"/>
                </a:lnTo>
                <a:lnTo>
                  <a:pt x="848519" y="9078"/>
                </a:lnTo>
                <a:lnTo>
                  <a:pt x="873727" y="5957"/>
                </a:lnTo>
                <a:lnTo>
                  <a:pt x="896984" y="3663"/>
                </a:lnTo>
                <a:lnTo>
                  <a:pt x="922316" y="1798"/>
                </a:lnTo>
                <a:lnTo>
                  <a:pt x="945658" y="662"/>
                </a:lnTo>
                <a:lnTo>
                  <a:pt x="971051" y="57"/>
                </a:lnTo>
                <a:lnTo>
                  <a:pt x="981719" y="0"/>
                </a:lnTo>
                <a:lnTo>
                  <a:pt x="981719" y="490868"/>
                </a:lnTo>
                <a:lnTo>
                  <a:pt x="969012" y="491032"/>
                </a:lnTo>
                <a:lnTo>
                  <a:pt x="956320" y="491525"/>
                </a:lnTo>
                <a:lnTo>
                  <a:pt x="933028" y="493289"/>
                </a:lnTo>
                <a:lnTo>
                  <a:pt x="907820" y="496462"/>
                </a:lnTo>
                <a:lnTo>
                  <a:pt x="884817" y="500528"/>
                </a:lnTo>
                <a:lnTo>
                  <a:pt x="860048" y="506186"/>
                </a:lnTo>
                <a:lnTo>
                  <a:pt x="837562" y="512513"/>
                </a:lnTo>
                <a:lnTo>
                  <a:pt x="813476" y="520600"/>
                </a:lnTo>
                <a:lnTo>
                  <a:pt x="791729" y="529127"/>
                </a:lnTo>
                <a:lnTo>
                  <a:pt x="768564" y="539563"/>
                </a:lnTo>
                <a:lnTo>
                  <a:pt x="747770" y="550205"/>
                </a:lnTo>
                <a:lnTo>
                  <a:pt x="725755" y="562888"/>
                </a:lnTo>
                <a:lnTo>
                  <a:pt x="706118" y="575539"/>
                </a:lnTo>
                <a:lnTo>
                  <a:pt x="685470" y="590343"/>
                </a:lnTo>
                <a:lnTo>
                  <a:pt x="667185" y="604881"/>
                </a:lnTo>
                <a:lnTo>
                  <a:pt x="648107" y="621660"/>
                </a:lnTo>
                <a:lnTo>
                  <a:pt x="631355" y="637939"/>
                </a:lnTo>
                <a:lnTo>
                  <a:pt x="614035" y="656528"/>
                </a:lnTo>
                <a:lnTo>
                  <a:pt x="598980" y="674388"/>
                </a:lnTo>
                <a:lnTo>
                  <a:pt x="583590" y="694604"/>
                </a:lnTo>
                <a:lnTo>
                  <a:pt x="570381" y="713870"/>
                </a:lnTo>
                <a:lnTo>
                  <a:pt x="557071" y="735512"/>
                </a:lnTo>
                <a:lnTo>
                  <a:pt x="545839" y="755993"/>
                </a:lnTo>
                <a:lnTo>
                  <a:pt x="534742" y="778849"/>
                </a:lnTo>
                <a:lnTo>
                  <a:pt x="525596" y="800343"/>
                </a:lnTo>
                <a:lnTo>
                  <a:pt x="516821" y="824187"/>
                </a:lnTo>
                <a:lnTo>
                  <a:pt x="509852" y="846482"/>
                </a:lnTo>
                <a:lnTo>
                  <a:pt x="503486" y="871079"/>
                </a:lnTo>
                <a:lnTo>
                  <a:pt x="498763" y="893955"/>
                </a:lnTo>
                <a:lnTo>
                  <a:pt x="494868" y="919062"/>
                </a:lnTo>
                <a:lnTo>
                  <a:pt x="492438" y="942294"/>
                </a:lnTo>
                <a:lnTo>
                  <a:pt x="491052" y="967652"/>
                </a:lnTo>
                <a:lnTo>
                  <a:pt x="490852" y="980346"/>
                </a:lnTo>
                <a:lnTo>
                  <a:pt x="490938" y="991023"/>
                </a:lnTo>
                <a:lnTo>
                  <a:pt x="158" y="1000309"/>
                </a:lnTo>
                <a:lnTo>
                  <a:pt x="0" y="987609"/>
                </a:lnTo>
                <a:lnTo>
                  <a:pt x="6" y="974911"/>
                </a:lnTo>
                <a:lnTo>
                  <a:pt x="176" y="962214"/>
                </a:lnTo>
                <a:lnTo>
                  <a:pt x="1556" y="926166"/>
                </a:lnTo>
                <a:lnTo>
                  <a:pt x="4259" y="890198"/>
                </a:lnTo>
                <a:lnTo>
                  <a:pt x="8281" y="854356"/>
                </a:lnTo>
                <a:lnTo>
                  <a:pt x="13957" y="816680"/>
                </a:lnTo>
                <a:lnTo>
                  <a:pt x="20673" y="781242"/>
                </a:lnTo>
                <a:lnTo>
                  <a:pt x="28686" y="746075"/>
                </a:lnTo>
                <a:lnTo>
                  <a:pt x="37986" y="711227"/>
                </a:lnTo>
                <a:lnTo>
                  <a:pt x="49193" y="674812"/>
                </a:lnTo>
                <a:lnTo>
                  <a:pt x="61097" y="640764"/>
                </a:lnTo>
                <a:lnTo>
                  <a:pt x="74243" y="607177"/>
                </a:lnTo>
                <a:lnTo>
                  <a:pt x="88614" y="574096"/>
                </a:lnTo>
                <a:lnTo>
                  <a:pt x="105104" y="539749"/>
                </a:lnTo>
                <a:lnTo>
                  <a:pt x="121931" y="507846"/>
                </a:lnTo>
                <a:lnTo>
                  <a:pt x="139919" y="476582"/>
                </a:lnTo>
                <a:lnTo>
                  <a:pt x="159043" y="446003"/>
                </a:lnTo>
                <a:lnTo>
                  <a:pt x="180450" y="414484"/>
                </a:lnTo>
                <a:lnTo>
                  <a:pt x="201828" y="385434"/>
                </a:lnTo>
                <a:lnTo>
                  <a:pt x="224259" y="357188"/>
                </a:lnTo>
                <a:lnTo>
                  <a:pt x="247710" y="329786"/>
                </a:lnTo>
                <a:lnTo>
                  <a:pt x="273560" y="301796"/>
                </a:lnTo>
                <a:lnTo>
                  <a:pt x="299015" y="276242"/>
                </a:lnTo>
                <a:lnTo>
                  <a:pt x="325391" y="251640"/>
                </a:lnTo>
                <a:lnTo>
                  <a:pt x="352652" y="228024"/>
                </a:lnTo>
                <a:lnTo>
                  <a:pt x="382371" y="204183"/>
                </a:lnTo>
                <a:lnTo>
                  <a:pt x="411338" y="182691"/>
                </a:lnTo>
                <a:lnTo>
                  <a:pt x="441075" y="162278"/>
                </a:lnTo>
                <a:lnTo>
                  <a:pt x="471540" y="142973"/>
                </a:lnTo>
                <a:lnTo>
                  <a:pt x="493411" y="130054"/>
                </a:lnTo>
                <a:lnTo>
                  <a:pt x="504470" y="123808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" name="object 138"/>
          <p:cNvSpPr/>
          <p:nvPr/>
        </p:nvSpPr>
        <p:spPr>
          <a:xfrm>
            <a:off x="3351908" y="4226495"/>
            <a:ext cx="184372" cy="68759"/>
          </a:xfrm>
          <a:custGeom>
            <a:avLst/>
            <a:gdLst/>
            <a:ahLst/>
            <a:cxnLst/>
            <a:rect b="b" l="l" r="r" t="t"/>
            <a:pathLst>
              <a:path h="68759" w="184372">
                <a:moveTo>
                  <a:pt x="0" y="0"/>
                </a:moveTo>
                <a:lnTo>
                  <a:pt x="70072" y="68759"/>
                </a:lnTo>
                <a:lnTo>
                  <a:pt x="184372" y="68759"/>
                </a:lnTo>
              </a:path>
            </a:pathLst>
          </a:custGeom>
          <a:ln w="9524">
            <a:solidFill>
              <a:srgbClr val="605D5C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" name="object 139"/>
          <p:cNvSpPr/>
          <p:nvPr/>
        </p:nvSpPr>
        <p:spPr>
          <a:xfrm>
            <a:off x="1731042" y="2748165"/>
            <a:ext cx="184372" cy="68759"/>
          </a:xfrm>
          <a:custGeom>
            <a:avLst/>
            <a:gdLst/>
            <a:ahLst/>
            <a:cxnLst/>
            <a:rect b="b" l="l" r="r" t="t"/>
            <a:pathLst>
              <a:path h="68759" w="184372">
                <a:moveTo>
                  <a:pt x="184372" y="68759"/>
                </a:moveTo>
                <a:lnTo>
                  <a:pt x="114299" y="0"/>
                </a:lnTo>
                <a:lnTo>
                  <a:pt x="0" y="0"/>
                </a:lnTo>
              </a:path>
            </a:pathLst>
          </a:custGeom>
          <a:ln w="9524">
            <a:solidFill>
              <a:srgbClr val="605D5C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" name="object 140"/>
          <p:cNvSpPr/>
          <p:nvPr/>
        </p:nvSpPr>
        <p:spPr>
          <a:xfrm>
            <a:off x="2086496" y="4925744"/>
            <a:ext cx="94184" cy="94184"/>
          </a:xfrm>
          <a:custGeom>
            <a:avLst/>
            <a:gdLst/>
            <a:ahLst/>
            <a:cxnLst/>
            <a:rect b="b" l="l" r="r" t="t"/>
            <a:pathLst>
              <a:path h="94184" w="94184">
                <a:moveTo>
                  <a:pt x="0" y="47092"/>
                </a:moveTo>
                <a:lnTo>
                  <a:pt x="0" y="40847"/>
                </a:lnTo>
                <a:lnTo>
                  <a:pt x="1194" y="34840"/>
                </a:lnTo>
                <a:lnTo>
                  <a:pt x="3584" y="29070"/>
                </a:lnTo>
                <a:lnTo>
                  <a:pt x="5974" y="23301"/>
                </a:lnTo>
                <a:lnTo>
                  <a:pt x="9377" y="18208"/>
                </a:lnTo>
                <a:lnTo>
                  <a:pt x="13792" y="13792"/>
                </a:lnTo>
                <a:lnTo>
                  <a:pt x="18208" y="9377"/>
                </a:lnTo>
                <a:lnTo>
                  <a:pt x="23301" y="5974"/>
                </a:lnTo>
                <a:lnTo>
                  <a:pt x="29070" y="3584"/>
                </a:lnTo>
                <a:lnTo>
                  <a:pt x="34840" y="1194"/>
                </a:lnTo>
                <a:lnTo>
                  <a:pt x="40847" y="0"/>
                </a:lnTo>
                <a:lnTo>
                  <a:pt x="53336" y="0"/>
                </a:lnTo>
                <a:lnTo>
                  <a:pt x="59344" y="1194"/>
                </a:lnTo>
                <a:lnTo>
                  <a:pt x="65113" y="3584"/>
                </a:lnTo>
                <a:lnTo>
                  <a:pt x="70883" y="5974"/>
                </a:lnTo>
                <a:lnTo>
                  <a:pt x="75975" y="9377"/>
                </a:lnTo>
                <a:lnTo>
                  <a:pt x="80391" y="13792"/>
                </a:lnTo>
                <a:lnTo>
                  <a:pt x="84807" y="18208"/>
                </a:lnTo>
                <a:lnTo>
                  <a:pt x="88209" y="23301"/>
                </a:lnTo>
                <a:lnTo>
                  <a:pt x="90599" y="29070"/>
                </a:lnTo>
                <a:lnTo>
                  <a:pt x="92989" y="34840"/>
                </a:lnTo>
                <a:lnTo>
                  <a:pt x="94184" y="40847"/>
                </a:lnTo>
                <a:lnTo>
                  <a:pt x="94184" y="53336"/>
                </a:lnTo>
                <a:lnTo>
                  <a:pt x="92989" y="59344"/>
                </a:lnTo>
                <a:lnTo>
                  <a:pt x="90599" y="65113"/>
                </a:lnTo>
                <a:lnTo>
                  <a:pt x="88209" y="70882"/>
                </a:lnTo>
                <a:lnTo>
                  <a:pt x="84807" y="75975"/>
                </a:lnTo>
                <a:lnTo>
                  <a:pt x="80391" y="80391"/>
                </a:lnTo>
                <a:lnTo>
                  <a:pt x="75975" y="84807"/>
                </a:lnTo>
                <a:lnTo>
                  <a:pt x="70883" y="88209"/>
                </a:lnTo>
                <a:lnTo>
                  <a:pt x="65113" y="90599"/>
                </a:lnTo>
                <a:lnTo>
                  <a:pt x="59344" y="92989"/>
                </a:lnTo>
                <a:lnTo>
                  <a:pt x="53336" y="94184"/>
                </a:lnTo>
                <a:lnTo>
                  <a:pt x="40847" y="94184"/>
                </a:lnTo>
                <a:lnTo>
                  <a:pt x="34840" y="92989"/>
                </a:lnTo>
                <a:lnTo>
                  <a:pt x="29070" y="90599"/>
                </a:lnTo>
                <a:lnTo>
                  <a:pt x="23301" y="88209"/>
                </a:lnTo>
                <a:lnTo>
                  <a:pt x="18208" y="84807"/>
                </a:lnTo>
                <a:lnTo>
                  <a:pt x="13792" y="80391"/>
                </a:lnTo>
                <a:lnTo>
                  <a:pt x="9377" y="75975"/>
                </a:lnTo>
                <a:lnTo>
                  <a:pt x="5974" y="70882"/>
                </a:lnTo>
                <a:lnTo>
                  <a:pt x="3584" y="65113"/>
                </a:lnTo>
                <a:lnTo>
                  <a:pt x="1194" y="59344"/>
                </a:lnTo>
                <a:lnTo>
                  <a:pt x="0" y="53336"/>
                </a:lnTo>
                <a:lnTo>
                  <a:pt x="0" y="47092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" name="object 141"/>
          <p:cNvSpPr/>
          <p:nvPr/>
        </p:nvSpPr>
        <p:spPr>
          <a:xfrm>
            <a:off x="2800871" y="4925744"/>
            <a:ext cx="94184" cy="94184"/>
          </a:xfrm>
          <a:custGeom>
            <a:avLst/>
            <a:gdLst/>
            <a:ahLst/>
            <a:cxnLst/>
            <a:rect b="b" l="l" r="r" t="t"/>
            <a:pathLst>
              <a:path h="94184" w="94184">
                <a:moveTo>
                  <a:pt x="0" y="47092"/>
                </a:moveTo>
                <a:lnTo>
                  <a:pt x="0" y="40847"/>
                </a:lnTo>
                <a:lnTo>
                  <a:pt x="1194" y="34840"/>
                </a:lnTo>
                <a:lnTo>
                  <a:pt x="3584" y="29070"/>
                </a:lnTo>
                <a:lnTo>
                  <a:pt x="5974" y="23301"/>
                </a:lnTo>
                <a:lnTo>
                  <a:pt x="9377" y="18208"/>
                </a:lnTo>
                <a:lnTo>
                  <a:pt x="13792" y="13792"/>
                </a:lnTo>
                <a:lnTo>
                  <a:pt x="18208" y="9377"/>
                </a:lnTo>
                <a:lnTo>
                  <a:pt x="23301" y="5974"/>
                </a:lnTo>
                <a:lnTo>
                  <a:pt x="29070" y="3584"/>
                </a:lnTo>
                <a:lnTo>
                  <a:pt x="34840" y="1194"/>
                </a:lnTo>
                <a:lnTo>
                  <a:pt x="40847" y="0"/>
                </a:lnTo>
                <a:lnTo>
                  <a:pt x="53336" y="0"/>
                </a:lnTo>
                <a:lnTo>
                  <a:pt x="59344" y="1194"/>
                </a:lnTo>
                <a:lnTo>
                  <a:pt x="65113" y="3584"/>
                </a:lnTo>
                <a:lnTo>
                  <a:pt x="70883" y="5974"/>
                </a:lnTo>
                <a:lnTo>
                  <a:pt x="75975" y="9377"/>
                </a:lnTo>
                <a:lnTo>
                  <a:pt x="80391" y="13792"/>
                </a:lnTo>
                <a:lnTo>
                  <a:pt x="84807" y="18208"/>
                </a:lnTo>
                <a:lnTo>
                  <a:pt x="88209" y="23301"/>
                </a:lnTo>
                <a:lnTo>
                  <a:pt x="90599" y="29070"/>
                </a:lnTo>
                <a:lnTo>
                  <a:pt x="92989" y="34840"/>
                </a:lnTo>
                <a:lnTo>
                  <a:pt x="94184" y="40847"/>
                </a:lnTo>
                <a:lnTo>
                  <a:pt x="94184" y="53336"/>
                </a:lnTo>
                <a:lnTo>
                  <a:pt x="92989" y="59344"/>
                </a:lnTo>
                <a:lnTo>
                  <a:pt x="90599" y="65113"/>
                </a:lnTo>
                <a:lnTo>
                  <a:pt x="88209" y="70882"/>
                </a:lnTo>
                <a:lnTo>
                  <a:pt x="84807" y="75975"/>
                </a:lnTo>
                <a:lnTo>
                  <a:pt x="80391" y="80391"/>
                </a:lnTo>
                <a:lnTo>
                  <a:pt x="75975" y="84807"/>
                </a:lnTo>
                <a:lnTo>
                  <a:pt x="70883" y="88209"/>
                </a:lnTo>
                <a:lnTo>
                  <a:pt x="65113" y="90599"/>
                </a:lnTo>
                <a:lnTo>
                  <a:pt x="59344" y="92989"/>
                </a:lnTo>
                <a:lnTo>
                  <a:pt x="53336" y="94184"/>
                </a:lnTo>
                <a:lnTo>
                  <a:pt x="40847" y="94184"/>
                </a:lnTo>
                <a:lnTo>
                  <a:pt x="34840" y="92989"/>
                </a:lnTo>
                <a:lnTo>
                  <a:pt x="29070" y="90599"/>
                </a:lnTo>
                <a:lnTo>
                  <a:pt x="23301" y="88209"/>
                </a:lnTo>
                <a:lnTo>
                  <a:pt x="18208" y="84807"/>
                </a:lnTo>
                <a:lnTo>
                  <a:pt x="13792" y="80391"/>
                </a:lnTo>
                <a:lnTo>
                  <a:pt x="9377" y="75975"/>
                </a:lnTo>
                <a:lnTo>
                  <a:pt x="5974" y="70882"/>
                </a:lnTo>
                <a:lnTo>
                  <a:pt x="3584" y="65113"/>
                </a:lnTo>
                <a:lnTo>
                  <a:pt x="1194" y="59344"/>
                </a:lnTo>
                <a:lnTo>
                  <a:pt x="0" y="53336"/>
                </a:lnTo>
                <a:lnTo>
                  <a:pt x="0" y="47092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" name="object 142"/>
          <p:cNvSpPr/>
          <p:nvPr/>
        </p:nvSpPr>
        <p:spPr>
          <a:xfrm>
            <a:off x="4905374" y="314324"/>
            <a:ext cx="3209924" cy="1438274"/>
          </a:xfrm>
          <a:custGeom>
            <a:avLst/>
            <a:gdLst/>
            <a:ahLst/>
            <a:cxnLst/>
            <a:rect b="b" l="l" r="r" t="t"/>
            <a:pathLst>
              <a:path h="1438274" w="3209924">
                <a:moveTo>
                  <a:pt x="0" y="0"/>
                </a:moveTo>
                <a:lnTo>
                  <a:pt x="3209924" y="0"/>
                </a:lnTo>
                <a:lnTo>
                  <a:pt x="3209924" y="1438274"/>
                </a:lnTo>
                <a:lnTo>
                  <a:pt x="0" y="143827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" name="object 143"/>
          <p:cNvSpPr/>
          <p:nvPr/>
        </p:nvSpPr>
        <p:spPr>
          <a:xfrm>
            <a:off x="4910137" y="319087"/>
            <a:ext cx="3200399" cy="1428749"/>
          </a:xfrm>
          <a:custGeom>
            <a:avLst/>
            <a:gdLst/>
            <a:ahLst/>
            <a:cxnLst/>
            <a:rect b="b" l="l" r="r" t="t"/>
            <a:pathLst>
              <a:path h="1428749" w="3200399">
                <a:moveTo>
                  <a:pt x="0" y="0"/>
                </a:moveTo>
                <a:lnTo>
                  <a:pt x="3200399" y="0"/>
                </a:lnTo>
                <a:lnTo>
                  <a:pt x="3200399" y="1428749"/>
                </a:lnTo>
                <a:lnTo>
                  <a:pt x="0" y="142874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" name="object 144"/>
          <p:cNvSpPr/>
          <p:nvPr/>
        </p:nvSpPr>
        <p:spPr>
          <a:xfrm>
            <a:off x="4972049" y="552449"/>
            <a:ext cx="1219199" cy="285749"/>
          </a:xfrm>
          <a:custGeom>
            <a:avLst/>
            <a:gdLst/>
            <a:ahLst/>
            <a:cxnLst/>
            <a:rect b="b" l="l" r="r" t="t"/>
            <a:pathLst>
              <a:path h="285749" w="1219199">
                <a:moveTo>
                  <a:pt x="0" y="0"/>
                </a:moveTo>
                <a:lnTo>
                  <a:pt x="1219199" y="0"/>
                </a:lnTo>
                <a:lnTo>
                  <a:pt x="1219199" y="285749"/>
                </a:lnTo>
                <a:lnTo>
                  <a:pt x="0" y="28574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" name="object 145"/>
          <p:cNvSpPr/>
          <p:nvPr/>
        </p:nvSpPr>
        <p:spPr>
          <a:xfrm>
            <a:off x="6186487" y="55244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" name="object 146"/>
          <p:cNvSpPr/>
          <p:nvPr/>
        </p:nvSpPr>
        <p:spPr>
          <a:xfrm>
            <a:off x="4972049" y="833437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" name="object 147"/>
          <p:cNvSpPr/>
          <p:nvPr/>
        </p:nvSpPr>
        <p:spPr>
          <a:xfrm>
            <a:off x="6191249" y="552449"/>
            <a:ext cx="1676399" cy="285749"/>
          </a:xfrm>
          <a:custGeom>
            <a:avLst/>
            <a:gdLst/>
            <a:ahLst/>
            <a:cxnLst/>
            <a:rect b="b" l="l" r="r" t="t"/>
            <a:pathLst>
              <a:path h="285749" w="1676399">
                <a:moveTo>
                  <a:pt x="0" y="0"/>
                </a:moveTo>
                <a:lnTo>
                  <a:pt x="1676399" y="0"/>
                </a:lnTo>
                <a:lnTo>
                  <a:pt x="1676399" y="285749"/>
                </a:lnTo>
                <a:lnTo>
                  <a:pt x="0" y="28574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" name="object 148"/>
          <p:cNvSpPr/>
          <p:nvPr/>
        </p:nvSpPr>
        <p:spPr>
          <a:xfrm>
            <a:off x="6191249" y="833437"/>
            <a:ext cx="1676399" cy="0"/>
          </a:xfrm>
          <a:custGeom>
            <a:avLst/>
            <a:gdLst/>
            <a:ahLst/>
            <a:cxnLst/>
            <a:rect b="b" l="l" r="r" t="t"/>
            <a:pathLst>
              <a:path h="0" w="1676399">
                <a:moveTo>
                  <a:pt x="0" y="0"/>
                </a:moveTo>
                <a:lnTo>
                  <a:pt x="16763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" name="object 149"/>
          <p:cNvSpPr/>
          <p:nvPr/>
        </p:nvSpPr>
        <p:spPr>
          <a:xfrm>
            <a:off x="4972049" y="838199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" name="object 150"/>
          <p:cNvSpPr/>
          <p:nvPr/>
        </p:nvSpPr>
        <p:spPr>
          <a:xfrm>
            <a:off x="4972049" y="1033462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" name="object 151"/>
          <p:cNvSpPr/>
          <p:nvPr/>
        </p:nvSpPr>
        <p:spPr>
          <a:xfrm>
            <a:off x="6186487" y="8381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" name="object 152"/>
          <p:cNvSpPr/>
          <p:nvPr/>
        </p:nvSpPr>
        <p:spPr>
          <a:xfrm>
            <a:off x="6191249" y="838199"/>
            <a:ext cx="1676399" cy="200024"/>
          </a:xfrm>
          <a:custGeom>
            <a:avLst/>
            <a:gdLst/>
            <a:ahLst/>
            <a:cxnLst/>
            <a:rect b="b" l="l" r="r" t="t"/>
            <a:pathLst>
              <a:path h="200024" w="1676399">
                <a:moveTo>
                  <a:pt x="0" y="0"/>
                </a:moveTo>
                <a:lnTo>
                  <a:pt x="1676399" y="0"/>
                </a:lnTo>
                <a:lnTo>
                  <a:pt x="16763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" name="object 153"/>
          <p:cNvSpPr/>
          <p:nvPr/>
        </p:nvSpPr>
        <p:spPr>
          <a:xfrm>
            <a:off x="6191249" y="1033462"/>
            <a:ext cx="1676399" cy="0"/>
          </a:xfrm>
          <a:custGeom>
            <a:avLst/>
            <a:gdLst/>
            <a:ahLst/>
            <a:cxnLst/>
            <a:rect b="b" l="l" r="r" t="t"/>
            <a:pathLst>
              <a:path h="0" w="1676399">
                <a:moveTo>
                  <a:pt x="0" y="0"/>
                </a:moveTo>
                <a:lnTo>
                  <a:pt x="16763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" name="object 154"/>
          <p:cNvSpPr/>
          <p:nvPr/>
        </p:nvSpPr>
        <p:spPr>
          <a:xfrm>
            <a:off x="4972049" y="1038224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" name="object 155"/>
          <p:cNvSpPr/>
          <p:nvPr/>
        </p:nvSpPr>
        <p:spPr>
          <a:xfrm>
            <a:off x="4972049" y="1233487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" name="object 156"/>
          <p:cNvSpPr/>
          <p:nvPr/>
        </p:nvSpPr>
        <p:spPr>
          <a:xfrm>
            <a:off x="6186487" y="10382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" name="object 157"/>
          <p:cNvSpPr/>
          <p:nvPr/>
        </p:nvSpPr>
        <p:spPr>
          <a:xfrm>
            <a:off x="6191249" y="1038224"/>
            <a:ext cx="1676399" cy="200024"/>
          </a:xfrm>
          <a:custGeom>
            <a:avLst/>
            <a:gdLst/>
            <a:ahLst/>
            <a:cxnLst/>
            <a:rect b="b" l="l" r="r" t="t"/>
            <a:pathLst>
              <a:path h="200024" w="1676399">
                <a:moveTo>
                  <a:pt x="0" y="0"/>
                </a:moveTo>
                <a:lnTo>
                  <a:pt x="1676399" y="0"/>
                </a:lnTo>
                <a:lnTo>
                  <a:pt x="16763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" name="object 158"/>
          <p:cNvSpPr/>
          <p:nvPr/>
        </p:nvSpPr>
        <p:spPr>
          <a:xfrm>
            <a:off x="6191249" y="1233487"/>
            <a:ext cx="1676399" cy="0"/>
          </a:xfrm>
          <a:custGeom>
            <a:avLst/>
            <a:gdLst/>
            <a:ahLst/>
            <a:cxnLst/>
            <a:rect b="b" l="l" r="r" t="t"/>
            <a:pathLst>
              <a:path h="0" w="1676399">
                <a:moveTo>
                  <a:pt x="0" y="0"/>
                </a:moveTo>
                <a:lnTo>
                  <a:pt x="16763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" name="object 159"/>
          <p:cNvSpPr/>
          <p:nvPr/>
        </p:nvSpPr>
        <p:spPr>
          <a:xfrm>
            <a:off x="4972049" y="1238249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" name="object 160"/>
          <p:cNvSpPr/>
          <p:nvPr/>
        </p:nvSpPr>
        <p:spPr>
          <a:xfrm>
            <a:off x="4972049" y="1433512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" name="object 161"/>
          <p:cNvSpPr/>
          <p:nvPr/>
        </p:nvSpPr>
        <p:spPr>
          <a:xfrm>
            <a:off x="6186487" y="12382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" name="object 162"/>
          <p:cNvSpPr/>
          <p:nvPr/>
        </p:nvSpPr>
        <p:spPr>
          <a:xfrm>
            <a:off x="6191249" y="1238249"/>
            <a:ext cx="1676399" cy="200024"/>
          </a:xfrm>
          <a:custGeom>
            <a:avLst/>
            <a:gdLst/>
            <a:ahLst/>
            <a:cxnLst/>
            <a:rect b="b" l="l" r="r" t="t"/>
            <a:pathLst>
              <a:path h="200024" w="1676399">
                <a:moveTo>
                  <a:pt x="0" y="0"/>
                </a:moveTo>
                <a:lnTo>
                  <a:pt x="1676399" y="0"/>
                </a:lnTo>
                <a:lnTo>
                  <a:pt x="16763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" name="object 163"/>
          <p:cNvSpPr/>
          <p:nvPr/>
        </p:nvSpPr>
        <p:spPr>
          <a:xfrm>
            <a:off x="6191249" y="1433512"/>
            <a:ext cx="1676399" cy="0"/>
          </a:xfrm>
          <a:custGeom>
            <a:avLst/>
            <a:gdLst/>
            <a:ahLst/>
            <a:cxnLst/>
            <a:rect b="b" l="l" r="r" t="t"/>
            <a:pathLst>
              <a:path h="0" w="1676399">
                <a:moveTo>
                  <a:pt x="0" y="0"/>
                </a:moveTo>
                <a:lnTo>
                  <a:pt x="16763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" name="object 164"/>
          <p:cNvSpPr/>
          <p:nvPr/>
        </p:nvSpPr>
        <p:spPr>
          <a:xfrm>
            <a:off x="4972049" y="1438274"/>
            <a:ext cx="1219199" cy="190499"/>
          </a:xfrm>
          <a:custGeom>
            <a:avLst/>
            <a:gdLst/>
            <a:ahLst/>
            <a:cxnLst/>
            <a:rect b="b" l="l" r="r" t="t"/>
            <a:pathLst>
              <a:path h="190499" w="1219199">
                <a:moveTo>
                  <a:pt x="0" y="0"/>
                </a:moveTo>
                <a:lnTo>
                  <a:pt x="1219199" y="0"/>
                </a:lnTo>
                <a:lnTo>
                  <a:pt x="12191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5" name="object 165"/>
          <p:cNvSpPr/>
          <p:nvPr/>
        </p:nvSpPr>
        <p:spPr>
          <a:xfrm>
            <a:off x="6186487" y="1438274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6" name="object 166"/>
          <p:cNvSpPr/>
          <p:nvPr/>
        </p:nvSpPr>
        <p:spPr>
          <a:xfrm>
            <a:off x="6191249" y="1438274"/>
            <a:ext cx="1676399" cy="190499"/>
          </a:xfrm>
          <a:custGeom>
            <a:avLst/>
            <a:gdLst/>
            <a:ahLst/>
            <a:cxnLst/>
            <a:rect b="b" l="l" r="r" t="t"/>
            <a:pathLst>
              <a:path h="190499" w="1676399">
                <a:moveTo>
                  <a:pt x="0" y="0"/>
                </a:moveTo>
                <a:lnTo>
                  <a:pt x="1676399" y="0"/>
                </a:lnTo>
                <a:lnTo>
                  <a:pt x="16763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7" name="object 167"/>
          <p:cNvSpPr/>
          <p:nvPr/>
        </p:nvSpPr>
        <p:spPr>
          <a:xfrm>
            <a:off x="4905374" y="5143499"/>
            <a:ext cx="7515224" cy="1714499"/>
          </a:xfrm>
          <a:custGeom>
            <a:avLst/>
            <a:gdLst/>
            <a:ahLst/>
            <a:cxnLst/>
            <a:rect b="b" l="l" r="r" t="t"/>
            <a:pathLst>
              <a:path h="1714499" w="7515224">
                <a:moveTo>
                  <a:pt x="0" y="0"/>
                </a:moveTo>
                <a:lnTo>
                  <a:pt x="7515224" y="0"/>
                </a:lnTo>
                <a:lnTo>
                  <a:pt x="7515224" y="1714499"/>
                </a:lnTo>
                <a:lnTo>
                  <a:pt x="0" y="17144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8" name="object 168"/>
          <p:cNvSpPr/>
          <p:nvPr/>
        </p:nvSpPr>
        <p:spPr>
          <a:xfrm>
            <a:off x="4910137" y="5148262"/>
            <a:ext cx="7505699" cy="1704974"/>
          </a:xfrm>
          <a:custGeom>
            <a:avLst/>
            <a:gdLst/>
            <a:ahLst/>
            <a:cxnLst/>
            <a:rect b="b" l="l" r="r" t="t"/>
            <a:pathLst>
              <a:path h="1704974" w="7505699">
                <a:moveTo>
                  <a:pt x="0" y="0"/>
                </a:moveTo>
                <a:lnTo>
                  <a:pt x="7505699" y="0"/>
                </a:lnTo>
                <a:lnTo>
                  <a:pt x="7505699" y="1704974"/>
                </a:lnTo>
                <a:lnTo>
                  <a:pt x="0" y="170497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9" name="object 169"/>
          <p:cNvSpPr/>
          <p:nvPr/>
        </p:nvSpPr>
        <p:spPr>
          <a:xfrm>
            <a:off x="4972049" y="5381624"/>
            <a:ext cx="1219199" cy="285749"/>
          </a:xfrm>
          <a:custGeom>
            <a:avLst/>
            <a:gdLst/>
            <a:ahLst/>
            <a:cxnLst/>
            <a:rect b="b" l="l" r="r" t="t"/>
            <a:pathLst>
              <a:path h="285749" w="1219199">
                <a:moveTo>
                  <a:pt x="1219199" y="0"/>
                </a:moveTo>
                <a:lnTo>
                  <a:pt x="1219199" y="285749"/>
                </a:lnTo>
                <a:lnTo>
                  <a:pt x="0" y="285749"/>
                </a:lnTo>
                <a:lnTo>
                  <a:pt x="0" y="0"/>
                </a:lnTo>
                <a:lnTo>
                  <a:pt x="12191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0" name="object 170"/>
          <p:cNvSpPr/>
          <p:nvPr/>
        </p:nvSpPr>
        <p:spPr>
          <a:xfrm>
            <a:off x="6186487" y="5381624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1" name="object 171"/>
          <p:cNvSpPr/>
          <p:nvPr/>
        </p:nvSpPr>
        <p:spPr>
          <a:xfrm>
            <a:off x="4972049" y="5662612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2" name="object 172"/>
          <p:cNvSpPr/>
          <p:nvPr/>
        </p:nvSpPr>
        <p:spPr>
          <a:xfrm>
            <a:off x="6191249" y="5381624"/>
            <a:ext cx="1333499" cy="285749"/>
          </a:xfrm>
          <a:custGeom>
            <a:avLst/>
            <a:gdLst/>
            <a:ahLst/>
            <a:cxnLst/>
            <a:rect b="b" l="l" r="r" t="t"/>
            <a:pathLst>
              <a:path h="285749" w="1333499">
                <a:moveTo>
                  <a:pt x="1333499" y="0"/>
                </a:moveTo>
                <a:lnTo>
                  <a:pt x="1333499" y="285749"/>
                </a:lnTo>
                <a:lnTo>
                  <a:pt x="0" y="285749"/>
                </a:lnTo>
                <a:lnTo>
                  <a:pt x="0" y="0"/>
                </a:lnTo>
                <a:lnTo>
                  <a:pt x="13334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3" name="object 173"/>
          <p:cNvSpPr/>
          <p:nvPr/>
        </p:nvSpPr>
        <p:spPr>
          <a:xfrm>
            <a:off x="7519987" y="5381624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4" name="object 174"/>
          <p:cNvSpPr/>
          <p:nvPr/>
        </p:nvSpPr>
        <p:spPr>
          <a:xfrm>
            <a:off x="6191249" y="5662612"/>
            <a:ext cx="1333499" cy="0"/>
          </a:xfrm>
          <a:custGeom>
            <a:avLst/>
            <a:gdLst/>
            <a:ahLst/>
            <a:cxnLst/>
            <a:rect b="b" l="l" r="r" t="t"/>
            <a:pathLst>
              <a:path h="0" w="1333499">
                <a:moveTo>
                  <a:pt x="0" y="0"/>
                </a:moveTo>
                <a:lnTo>
                  <a:pt x="13334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5" name="object 175"/>
          <p:cNvSpPr/>
          <p:nvPr/>
        </p:nvSpPr>
        <p:spPr>
          <a:xfrm>
            <a:off x="7524749" y="5381624"/>
            <a:ext cx="1362074" cy="285749"/>
          </a:xfrm>
          <a:custGeom>
            <a:avLst/>
            <a:gdLst/>
            <a:ahLst/>
            <a:cxnLst/>
            <a:rect b="b" l="l" r="r" t="t"/>
            <a:pathLst>
              <a:path h="285749" w="1362074">
                <a:moveTo>
                  <a:pt x="1362074" y="0"/>
                </a:moveTo>
                <a:lnTo>
                  <a:pt x="1362074" y="285749"/>
                </a:lnTo>
                <a:lnTo>
                  <a:pt x="0" y="285749"/>
                </a:lnTo>
                <a:lnTo>
                  <a:pt x="0" y="0"/>
                </a:lnTo>
                <a:lnTo>
                  <a:pt x="136207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6" name="object 176"/>
          <p:cNvSpPr/>
          <p:nvPr/>
        </p:nvSpPr>
        <p:spPr>
          <a:xfrm>
            <a:off x="8882062" y="5381624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7" name="object 177"/>
          <p:cNvSpPr/>
          <p:nvPr/>
        </p:nvSpPr>
        <p:spPr>
          <a:xfrm>
            <a:off x="7524749" y="5662612"/>
            <a:ext cx="1362074" cy="0"/>
          </a:xfrm>
          <a:custGeom>
            <a:avLst/>
            <a:gdLst/>
            <a:ahLst/>
            <a:cxnLst/>
            <a:rect b="b" l="l" r="r" t="t"/>
            <a:pathLst>
              <a:path h="0" w="1362074">
                <a:moveTo>
                  <a:pt x="0" y="0"/>
                </a:moveTo>
                <a:lnTo>
                  <a:pt x="136207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8" name="object 178"/>
          <p:cNvSpPr/>
          <p:nvPr/>
        </p:nvSpPr>
        <p:spPr>
          <a:xfrm>
            <a:off x="8886824" y="5381624"/>
            <a:ext cx="723899" cy="285749"/>
          </a:xfrm>
          <a:custGeom>
            <a:avLst/>
            <a:gdLst/>
            <a:ahLst/>
            <a:cxnLst/>
            <a:rect b="b" l="l" r="r" t="t"/>
            <a:pathLst>
              <a:path h="285749" w="723899">
                <a:moveTo>
                  <a:pt x="723899" y="0"/>
                </a:moveTo>
                <a:lnTo>
                  <a:pt x="723899" y="285749"/>
                </a:lnTo>
                <a:lnTo>
                  <a:pt x="0" y="285749"/>
                </a:lnTo>
                <a:lnTo>
                  <a:pt x="0" y="0"/>
                </a:lnTo>
                <a:lnTo>
                  <a:pt x="7238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9" name="object 179"/>
          <p:cNvSpPr/>
          <p:nvPr/>
        </p:nvSpPr>
        <p:spPr>
          <a:xfrm>
            <a:off x="9605962" y="5381624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0" name="object 180"/>
          <p:cNvSpPr/>
          <p:nvPr/>
        </p:nvSpPr>
        <p:spPr>
          <a:xfrm>
            <a:off x="8886824" y="5662612"/>
            <a:ext cx="723899" cy="0"/>
          </a:xfrm>
          <a:custGeom>
            <a:avLst/>
            <a:gdLst/>
            <a:ahLst/>
            <a:cxnLst/>
            <a:rect b="b" l="l" r="r" t="t"/>
            <a:pathLst>
              <a:path h="0" w="723899">
                <a:moveTo>
                  <a:pt x="0" y="0"/>
                </a:moveTo>
                <a:lnTo>
                  <a:pt x="7238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1" name="object 181"/>
          <p:cNvSpPr/>
          <p:nvPr/>
        </p:nvSpPr>
        <p:spPr>
          <a:xfrm>
            <a:off x="9620249" y="5381624"/>
            <a:ext cx="1200149" cy="285749"/>
          </a:xfrm>
          <a:custGeom>
            <a:avLst/>
            <a:gdLst/>
            <a:ahLst/>
            <a:cxnLst/>
            <a:rect b="b" l="l" r="r" t="t"/>
            <a:pathLst>
              <a:path h="285749" w="1200149">
                <a:moveTo>
                  <a:pt x="1200149" y="0"/>
                </a:moveTo>
                <a:lnTo>
                  <a:pt x="1200149" y="285749"/>
                </a:lnTo>
                <a:lnTo>
                  <a:pt x="0" y="285749"/>
                </a:lnTo>
                <a:lnTo>
                  <a:pt x="0" y="0"/>
                </a:lnTo>
                <a:lnTo>
                  <a:pt x="12001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2" name="object 182"/>
          <p:cNvSpPr/>
          <p:nvPr/>
        </p:nvSpPr>
        <p:spPr>
          <a:xfrm>
            <a:off x="10815637" y="5381624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3" name="object 183"/>
          <p:cNvSpPr/>
          <p:nvPr/>
        </p:nvSpPr>
        <p:spPr>
          <a:xfrm>
            <a:off x="9620249" y="5662612"/>
            <a:ext cx="1200149" cy="0"/>
          </a:xfrm>
          <a:custGeom>
            <a:avLst/>
            <a:gdLst/>
            <a:ahLst/>
            <a:cxnLst/>
            <a:rect b="b" l="l" r="r" t="t"/>
            <a:pathLst>
              <a:path h="0" w="1200149">
                <a:moveTo>
                  <a:pt x="0" y="0"/>
                </a:moveTo>
                <a:lnTo>
                  <a:pt x="12001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4" name="object 184"/>
          <p:cNvSpPr/>
          <p:nvPr/>
        </p:nvSpPr>
        <p:spPr>
          <a:xfrm>
            <a:off x="10820399" y="5381624"/>
            <a:ext cx="1162049" cy="285749"/>
          </a:xfrm>
          <a:custGeom>
            <a:avLst/>
            <a:gdLst/>
            <a:ahLst/>
            <a:cxnLst/>
            <a:rect b="b" l="l" r="r" t="t"/>
            <a:pathLst>
              <a:path h="285749" w="1162049">
                <a:moveTo>
                  <a:pt x="1162049" y="0"/>
                </a:moveTo>
                <a:lnTo>
                  <a:pt x="1162049" y="285749"/>
                </a:lnTo>
                <a:lnTo>
                  <a:pt x="0" y="285749"/>
                </a:lnTo>
                <a:lnTo>
                  <a:pt x="0" y="0"/>
                </a:lnTo>
                <a:lnTo>
                  <a:pt x="11620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5" name="object 185"/>
          <p:cNvSpPr/>
          <p:nvPr/>
        </p:nvSpPr>
        <p:spPr>
          <a:xfrm>
            <a:off x="10820399" y="5662612"/>
            <a:ext cx="1162049" cy="0"/>
          </a:xfrm>
          <a:custGeom>
            <a:avLst/>
            <a:gdLst/>
            <a:ahLst/>
            <a:cxnLst/>
            <a:rect b="b" l="l" r="r" t="t"/>
            <a:pathLst>
              <a:path h="0" w="1162049">
                <a:moveTo>
                  <a:pt x="0" y="0"/>
                </a:moveTo>
                <a:lnTo>
                  <a:pt x="11620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6" name="object 186"/>
          <p:cNvSpPr/>
          <p:nvPr/>
        </p:nvSpPr>
        <p:spPr>
          <a:xfrm>
            <a:off x="4972049" y="5667374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1219199" y="0"/>
                </a:move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lnTo>
                  <a:pt x="12191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7" name="object 187"/>
          <p:cNvSpPr/>
          <p:nvPr/>
        </p:nvSpPr>
        <p:spPr>
          <a:xfrm>
            <a:off x="4972049" y="5862637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8" name="object 188"/>
          <p:cNvSpPr/>
          <p:nvPr/>
        </p:nvSpPr>
        <p:spPr>
          <a:xfrm>
            <a:off x="6186487" y="56673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9" name="object 189"/>
          <p:cNvSpPr/>
          <p:nvPr/>
        </p:nvSpPr>
        <p:spPr>
          <a:xfrm>
            <a:off x="6191249" y="5667374"/>
            <a:ext cx="1333499" cy="200024"/>
          </a:xfrm>
          <a:custGeom>
            <a:avLst/>
            <a:gdLst/>
            <a:ahLst/>
            <a:cxnLst/>
            <a:rect b="b" l="l" r="r" t="t"/>
            <a:pathLst>
              <a:path h="200024" w="1333499">
                <a:moveTo>
                  <a:pt x="1333499" y="0"/>
                </a:moveTo>
                <a:lnTo>
                  <a:pt x="1333499" y="200024"/>
                </a:lnTo>
                <a:lnTo>
                  <a:pt x="0" y="200024"/>
                </a:lnTo>
                <a:lnTo>
                  <a:pt x="0" y="0"/>
                </a:lnTo>
                <a:lnTo>
                  <a:pt x="13334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0" name="object 190"/>
          <p:cNvSpPr/>
          <p:nvPr/>
        </p:nvSpPr>
        <p:spPr>
          <a:xfrm>
            <a:off x="6191249" y="5862637"/>
            <a:ext cx="1333499" cy="0"/>
          </a:xfrm>
          <a:custGeom>
            <a:avLst/>
            <a:gdLst/>
            <a:ahLst/>
            <a:cxnLst/>
            <a:rect b="b" l="l" r="r" t="t"/>
            <a:pathLst>
              <a:path h="0" w="1333499">
                <a:moveTo>
                  <a:pt x="0" y="0"/>
                </a:moveTo>
                <a:lnTo>
                  <a:pt x="13334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1" name="object 191"/>
          <p:cNvSpPr/>
          <p:nvPr/>
        </p:nvSpPr>
        <p:spPr>
          <a:xfrm>
            <a:off x="7519987" y="56673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2" name="object 192"/>
          <p:cNvSpPr/>
          <p:nvPr/>
        </p:nvSpPr>
        <p:spPr>
          <a:xfrm>
            <a:off x="7524749" y="5667374"/>
            <a:ext cx="1362074" cy="200024"/>
          </a:xfrm>
          <a:custGeom>
            <a:avLst/>
            <a:gdLst/>
            <a:ahLst/>
            <a:cxnLst/>
            <a:rect b="b" l="l" r="r" t="t"/>
            <a:pathLst>
              <a:path h="200024" w="1362074">
                <a:moveTo>
                  <a:pt x="1362074" y="0"/>
                </a:moveTo>
                <a:lnTo>
                  <a:pt x="1362074" y="200024"/>
                </a:lnTo>
                <a:lnTo>
                  <a:pt x="0" y="200024"/>
                </a:lnTo>
                <a:lnTo>
                  <a:pt x="0" y="0"/>
                </a:lnTo>
                <a:lnTo>
                  <a:pt x="136207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3" name="object 193"/>
          <p:cNvSpPr/>
          <p:nvPr/>
        </p:nvSpPr>
        <p:spPr>
          <a:xfrm>
            <a:off x="7524749" y="5862637"/>
            <a:ext cx="1362074" cy="0"/>
          </a:xfrm>
          <a:custGeom>
            <a:avLst/>
            <a:gdLst/>
            <a:ahLst/>
            <a:cxnLst/>
            <a:rect b="b" l="l" r="r" t="t"/>
            <a:pathLst>
              <a:path h="0" w="1362074">
                <a:moveTo>
                  <a:pt x="0" y="0"/>
                </a:moveTo>
                <a:lnTo>
                  <a:pt x="136207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4" name="object 194"/>
          <p:cNvSpPr/>
          <p:nvPr/>
        </p:nvSpPr>
        <p:spPr>
          <a:xfrm>
            <a:off x="8882062" y="56673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5" name="object 195"/>
          <p:cNvSpPr/>
          <p:nvPr/>
        </p:nvSpPr>
        <p:spPr>
          <a:xfrm>
            <a:off x="8886824" y="5667374"/>
            <a:ext cx="723899" cy="200024"/>
          </a:xfrm>
          <a:custGeom>
            <a:avLst/>
            <a:gdLst/>
            <a:ahLst/>
            <a:cxnLst/>
            <a:rect b="b" l="l" r="r" t="t"/>
            <a:pathLst>
              <a:path h="200024" w="723899">
                <a:moveTo>
                  <a:pt x="723899" y="0"/>
                </a:moveTo>
                <a:lnTo>
                  <a:pt x="723899" y="200024"/>
                </a:lnTo>
                <a:lnTo>
                  <a:pt x="0" y="200024"/>
                </a:lnTo>
                <a:lnTo>
                  <a:pt x="0" y="0"/>
                </a:lnTo>
                <a:lnTo>
                  <a:pt x="7238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6" name="object 196"/>
          <p:cNvSpPr/>
          <p:nvPr/>
        </p:nvSpPr>
        <p:spPr>
          <a:xfrm>
            <a:off x="8886824" y="5862637"/>
            <a:ext cx="723899" cy="0"/>
          </a:xfrm>
          <a:custGeom>
            <a:avLst/>
            <a:gdLst/>
            <a:ahLst/>
            <a:cxnLst/>
            <a:rect b="b" l="l" r="r" t="t"/>
            <a:pathLst>
              <a:path h="0" w="723899">
                <a:moveTo>
                  <a:pt x="0" y="0"/>
                </a:moveTo>
                <a:lnTo>
                  <a:pt x="7238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7" name="object 197"/>
          <p:cNvSpPr/>
          <p:nvPr/>
        </p:nvSpPr>
        <p:spPr>
          <a:xfrm>
            <a:off x="9605962" y="56673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8" name="object 198"/>
          <p:cNvSpPr/>
          <p:nvPr/>
        </p:nvSpPr>
        <p:spPr>
          <a:xfrm>
            <a:off x="9620249" y="5667374"/>
            <a:ext cx="1200149" cy="200024"/>
          </a:xfrm>
          <a:custGeom>
            <a:avLst/>
            <a:gdLst/>
            <a:ahLst/>
            <a:cxnLst/>
            <a:rect b="b" l="l" r="r" t="t"/>
            <a:pathLst>
              <a:path h="200024" w="1200149">
                <a:moveTo>
                  <a:pt x="1200149" y="0"/>
                </a:moveTo>
                <a:lnTo>
                  <a:pt x="1200149" y="200024"/>
                </a:lnTo>
                <a:lnTo>
                  <a:pt x="0" y="200024"/>
                </a:lnTo>
                <a:lnTo>
                  <a:pt x="0" y="0"/>
                </a:lnTo>
                <a:lnTo>
                  <a:pt x="12001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9" name="object 199"/>
          <p:cNvSpPr/>
          <p:nvPr/>
        </p:nvSpPr>
        <p:spPr>
          <a:xfrm>
            <a:off x="9620249" y="5862637"/>
            <a:ext cx="1200149" cy="0"/>
          </a:xfrm>
          <a:custGeom>
            <a:avLst/>
            <a:gdLst/>
            <a:ahLst/>
            <a:cxnLst/>
            <a:rect b="b" l="l" r="r" t="t"/>
            <a:pathLst>
              <a:path h="0" w="1200149">
                <a:moveTo>
                  <a:pt x="0" y="0"/>
                </a:moveTo>
                <a:lnTo>
                  <a:pt x="12001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0" name="object 200"/>
          <p:cNvSpPr/>
          <p:nvPr/>
        </p:nvSpPr>
        <p:spPr>
          <a:xfrm>
            <a:off x="10815637" y="56673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1" name="object 201"/>
          <p:cNvSpPr/>
          <p:nvPr/>
        </p:nvSpPr>
        <p:spPr>
          <a:xfrm>
            <a:off x="10820399" y="5667374"/>
            <a:ext cx="1162049" cy="200024"/>
          </a:xfrm>
          <a:custGeom>
            <a:avLst/>
            <a:gdLst/>
            <a:ahLst/>
            <a:cxnLst/>
            <a:rect b="b" l="l" r="r" t="t"/>
            <a:pathLst>
              <a:path h="200024" w="1162049">
                <a:moveTo>
                  <a:pt x="1162049" y="0"/>
                </a:moveTo>
                <a:lnTo>
                  <a:pt x="1162049" y="200024"/>
                </a:lnTo>
                <a:lnTo>
                  <a:pt x="0" y="200024"/>
                </a:lnTo>
                <a:lnTo>
                  <a:pt x="0" y="0"/>
                </a:lnTo>
                <a:lnTo>
                  <a:pt x="11620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2" name="object 202"/>
          <p:cNvSpPr/>
          <p:nvPr/>
        </p:nvSpPr>
        <p:spPr>
          <a:xfrm>
            <a:off x="10820399" y="5862637"/>
            <a:ext cx="1162049" cy="0"/>
          </a:xfrm>
          <a:custGeom>
            <a:avLst/>
            <a:gdLst/>
            <a:ahLst/>
            <a:cxnLst/>
            <a:rect b="b" l="l" r="r" t="t"/>
            <a:pathLst>
              <a:path h="0" w="1162049">
                <a:moveTo>
                  <a:pt x="0" y="0"/>
                </a:moveTo>
                <a:lnTo>
                  <a:pt x="11620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3" name="object 203"/>
          <p:cNvSpPr/>
          <p:nvPr/>
        </p:nvSpPr>
        <p:spPr>
          <a:xfrm>
            <a:off x="4972049" y="5867399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4" name="object 204"/>
          <p:cNvSpPr/>
          <p:nvPr/>
        </p:nvSpPr>
        <p:spPr>
          <a:xfrm>
            <a:off x="4972049" y="6062662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5" name="object 205"/>
          <p:cNvSpPr/>
          <p:nvPr/>
        </p:nvSpPr>
        <p:spPr>
          <a:xfrm>
            <a:off x="6186487" y="58673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6" name="object 206"/>
          <p:cNvSpPr/>
          <p:nvPr/>
        </p:nvSpPr>
        <p:spPr>
          <a:xfrm>
            <a:off x="6191249" y="5867399"/>
            <a:ext cx="1333499" cy="200024"/>
          </a:xfrm>
          <a:custGeom>
            <a:avLst/>
            <a:gdLst/>
            <a:ahLst/>
            <a:cxnLst/>
            <a:rect b="b" l="l" r="r" t="t"/>
            <a:pathLst>
              <a:path h="200024" w="1333499">
                <a:moveTo>
                  <a:pt x="0" y="0"/>
                </a:moveTo>
                <a:lnTo>
                  <a:pt x="1333499" y="0"/>
                </a:lnTo>
                <a:lnTo>
                  <a:pt x="13334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7" name="object 207"/>
          <p:cNvSpPr/>
          <p:nvPr/>
        </p:nvSpPr>
        <p:spPr>
          <a:xfrm>
            <a:off x="6191249" y="6062662"/>
            <a:ext cx="1333499" cy="0"/>
          </a:xfrm>
          <a:custGeom>
            <a:avLst/>
            <a:gdLst/>
            <a:ahLst/>
            <a:cxnLst/>
            <a:rect b="b" l="l" r="r" t="t"/>
            <a:pathLst>
              <a:path h="0" w="1333499">
                <a:moveTo>
                  <a:pt x="0" y="0"/>
                </a:moveTo>
                <a:lnTo>
                  <a:pt x="13334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8" name="object 208"/>
          <p:cNvSpPr/>
          <p:nvPr/>
        </p:nvSpPr>
        <p:spPr>
          <a:xfrm>
            <a:off x="7519987" y="58673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9" name="object 209"/>
          <p:cNvSpPr/>
          <p:nvPr/>
        </p:nvSpPr>
        <p:spPr>
          <a:xfrm>
            <a:off x="7524749" y="5867399"/>
            <a:ext cx="1362074" cy="200024"/>
          </a:xfrm>
          <a:custGeom>
            <a:avLst/>
            <a:gdLst/>
            <a:ahLst/>
            <a:cxnLst/>
            <a:rect b="b" l="l" r="r" t="t"/>
            <a:pathLst>
              <a:path h="200024" w="1362074">
                <a:moveTo>
                  <a:pt x="0" y="0"/>
                </a:moveTo>
                <a:lnTo>
                  <a:pt x="1362074" y="0"/>
                </a:lnTo>
                <a:lnTo>
                  <a:pt x="136207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0" name="object 210"/>
          <p:cNvSpPr/>
          <p:nvPr/>
        </p:nvSpPr>
        <p:spPr>
          <a:xfrm>
            <a:off x="7524749" y="6062662"/>
            <a:ext cx="1362074" cy="0"/>
          </a:xfrm>
          <a:custGeom>
            <a:avLst/>
            <a:gdLst/>
            <a:ahLst/>
            <a:cxnLst/>
            <a:rect b="b" l="l" r="r" t="t"/>
            <a:pathLst>
              <a:path h="0" w="1362074">
                <a:moveTo>
                  <a:pt x="0" y="0"/>
                </a:moveTo>
                <a:lnTo>
                  <a:pt x="136207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1" name="object 211"/>
          <p:cNvSpPr/>
          <p:nvPr/>
        </p:nvSpPr>
        <p:spPr>
          <a:xfrm>
            <a:off x="8882062" y="58673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2" name="object 212"/>
          <p:cNvSpPr/>
          <p:nvPr/>
        </p:nvSpPr>
        <p:spPr>
          <a:xfrm>
            <a:off x="8886824" y="5867399"/>
            <a:ext cx="723899" cy="200024"/>
          </a:xfrm>
          <a:custGeom>
            <a:avLst/>
            <a:gdLst/>
            <a:ahLst/>
            <a:cxnLst/>
            <a:rect b="b" l="l" r="r" t="t"/>
            <a:pathLst>
              <a:path h="200024" w="723899">
                <a:moveTo>
                  <a:pt x="0" y="0"/>
                </a:moveTo>
                <a:lnTo>
                  <a:pt x="723899" y="0"/>
                </a:lnTo>
                <a:lnTo>
                  <a:pt x="7238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3" name="object 213"/>
          <p:cNvSpPr/>
          <p:nvPr/>
        </p:nvSpPr>
        <p:spPr>
          <a:xfrm>
            <a:off x="8886824" y="6062662"/>
            <a:ext cx="723899" cy="0"/>
          </a:xfrm>
          <a:custGeom>
            <a:avLst/>
            <a:gdLst/>
            <a:ahLst/>
            <a:cxnLst/>
            <a:rect b="b" l="l" r="r" t="t"/>
            <a:pathLst>
              <a:path h="0" w="723899">
                <a:moveTo>
                  <a:pt x="0" y="0"/>
                </a:moveTo>
                <a:lnTo>
                  <a:pt x="7238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4" name="object 214"/>
          <p:cNvSpPr/>
          <p:nvPr/>
        </p:nvSpPr>
        <p:spPr>
          <a:xfrm>
            <a:off x="9605962" y="58673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5" name="object 215"/>
          <p:cNvSpPr/>
          <p:nvPr/>
        </p:nvSpPr>
        <p:spPr>
          <a:xfrm>
            <a:off x="9620249" y="5867399"/>
            <a:ext cx="1200149" cy="200024"/>
          </a:xfrm>
          <a:custGeom>
            <a:avLst/>
            <a:gdLst/>
            <a:ahLst/>
            <a:cxnLst/>
            <a:rect b="b" l="l" r="r" t="t"/>
            <a:pathLst>
              <a:path h="200024" w="1200149">
                <a:moveTo>
                  <a:pt x="0" y="0"/>
                </a:moveTo>
                <a:lnTo>
                  <a:pt x="1200149" y="0"/>
                </a:lnTo>
                <a:lnTo>
                  <a:pt x="12001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6" name="object 216"/>
          <p:cNvSpPr/>
          <p:nvPr/>
        </p:nvSpPr>
        <p:spPr>
          <a:xfrm>
            <a:off x="9620249" y="6062662"/>
            <a:ext cx="1200149" cy="0"/>
          </a:xfrm>
          <a:custGeom>
            <a:avLst/>
            <a:gdLst/>
            <a:ahLst/>
            <a:cxnLst/>
            <a:rect b="b" l="l" r="r" t="t"/>
            <a:pathLst>
              <a:path h="0" w="1200149">
                <a:moveTo>
                  <a:pt x="0" y="0"/>
                </a:moveTo>
                <a:lnTo>
                  <a:pt x="12001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7" name="object 217"/>
          <p:cNvSpPr/>
          <p:nvPr/>
        </p:nvSpPr>
        <p:spPr>
          <a:xfrm>
            <a:off x="10815637" y="58673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8" name="object 218"/>
          <p:cNvSpPr/>
          <p:nvPr/>
        </p:nvSpPr>
        <p:spPr>
          <a:xfrm>
            <a:off x="10820399" y="5867399"/>
            <a:ext cx="1162049" cy="200024"/>
          </a:xfrm>
          <a:custGeom>
            <a:avLst/>
            <a:gdLst/>
            <a:ahLst/>
            <a:cxnLst/>
            <a:rect b="b" l="l" r="r" t="t"/>
            <a:pathLst>
              <a:path h="200024" w="1162049">
                <a:moveTo>
                  <a:pt x="0" y="0"/>
                </a:moveTo>
                <a:lnTo>
                  <a:pt x="1162049" y="0"/>
                </a:lnTo>
                <a:lnTo>
                  <a:pt x="11620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9" name="object 219"/>
          <p:cNvSpPr/>
          <p:nvPr/>
        </p:nvSpPr>
        <p:spPr>
          <a:xfrm>
            <a:off x="10820399" y="6062662"/>
            <a:ext cx="1162049" cy="0"/>
          </a:xfrm>
          <a:custGeom>
            <a:avLst/>
            <a:gdLst/>
            <a:ahLst/>
            <a:cxnLst/>
            <a:rect b="b" l="l" r="r" t="t"/>
            <a:pathLst>
              <a:path h="0" w="1162049">
                <a:moveTo>
                  <a:pt x="0" y="0"/>
                </a:moveTo>
                <a:lnTo>
                  <a:pt x="11620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0" name="object 220"/>
          <p:cNvSpPr/>
          <p:nvPr/>
        </p:nvSpPr>
        <p:spPr>
          <a:xfrm>
            <a:off x="4972049" y="6067424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1" name="object 221"/>
          <p:cNvSpPr/>
          <p:nvPr/>
        </p:nvSpPr>
        <p:spPr>
          <a:xfrm>
            <a:off x="4972049" y="6262687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2" name="object 222"/>
          <p:cNvSpPr/>
          <p:nvPr/>
        </p:nvSpPr>
        <p:spPr>
          <a:xfrm>
            <a:off x="6186487" y="60674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3" name="object 223"/>
          <p:cNvSpPr/>
          <p:nvPr/>
        </p:nvSpPr>
        <p:spPr>
          <a:xfrm>
            <a:off x="6191249" y="6067424"/>
            <a:ext cx="1333499" cy="200024"/>
          </a:xfrm>
          <a:custGeom>
            <a:avLst/>
            <a:gdLst/>
            <a:ahLst/>
            <a:cxnLst/>
            <a:rect b="b" l="l" r="r" t="t"/>
            <a:pathLst>
              <a:path h="200024" w="1333499">
                <a:moveTo>
                  <a:pt x="0" y="0"/>
                </a:moveTo>
                <a:lnTo>
                  <a:pt x="1333499" y="0"/>
                </a:lnTo>
                <a:lnTo>
                  <a:pt x="13334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4" name="object 224"/>
          <p:cNvSpPr/>
          <p:nvPr/>
        </p:nvSpPr>
        <p:spPr>
          <a:xfrm>
            <a:off x="6191249" y="6262687"/>
            <a:ext cx="1333499" cy="0"/>
          </a:xfrm>
          <a:custGeom>
            <a:avLst/>
            <a:gdLst/>
            <a:ahLst/>
            <a:cxnLst/>
            <a:rect b="b" l="l" r="r" t="t"/>
            <a:pathLst>
              <a:path h="0" w="1333499">
                <a:moveTo>
                  <a:pt x="0" y="0"/>
                </a:moveTo>
                <a:lnTo>
                  <a:pt x="13334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5" name="object 225"/>
          <p:cNvSpPr/>
          <p:nvPr/>
        </p:nvSpPr>
        <p:spPr>
          <a:xfrm>
            <a:off x="7519987" y="60674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6" name="object 226"/>
          <p:cNvSpPr/>
          <p:nvPr/>
        </p:nvSpPr>
        <p:spPr>
          <a:xfrm>
            <a:off x="7524749" y="6067424"/>
            <a:ext cx="1362074" cy="200024"/>
          </a:xfrm>
          <a:custGeom>
            <a:avLst/>
            <a:gdLst/>
            <a:ahLst/>
            <a:cxnLst/>
            <a:rect b="b" l="l" r="r" t="t"/>
            <a:pathLst>
              <a:path h="200024" w="1362074">
                <a:moveTo>
                  <a:pt x="0" y="0"/>
                </a:moveTo>
                <a:lnTo>
                  <a:pt x="1362074" y="0"/>
                </a:lnTo>
                <a:lnTo>
                  <a:pt x="136207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7" name="object 227"/>
          <p:cNvSpPr/>
          <p:nvPr/>
        </p:nvSpPr>
        <p:spPr>
          <a:xfrm>
            <a:off x="7524749" y="6262687"/>
            <a:ext cx="1362074" cy="0"/>
          </a:xfrm>
          <a:custGeom>
            <a:avLst/>
            <a:gdLst/>
            <a:ahLst/>
            <a:cxnLst/>
            <a:rect b="b" l="l" r="r" t="t"/>
            <a:pathLst>
              <a:path h="0" w="1362074">
                <a:moveTo>
                  <a:pt x="0" y="0"/>
                </a:moveTo>
                <a:lnTo>
                  <a:pt x="136207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8" name="object 228"/>
          <p:cNvSpPr/>
          <p:nvPr/>
        </p:nvSpPr>
        <p:spPr>
          <a:xfrm>
            <a:off x="8882062" y="60674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9" name="object 229"/>
          <p:cNvSpPr/>
          <p:nvPr/>
        </p:nvSpPr>
        <p:spPr>
          <a:xfrm>
            <a:off x="8886824" y="6067424"/>
            <a:ext cx="723899" cy="200024"/>
          </a:xfrm>
          <a:custGeom>
            <a:avLst/>
            <a:gdLst/>
            <a:ahLst/>
            <a:cxnLst/>
            <a:rect b="b" l="l" r="r" t="t"/>
            <a:pathLst>
              <a:path h="200024" w="723899">
                <a:moveTo>
                  <a:pt x="0" y="0"/>
                </a:moveTo>
                <a:lnTo>
                  <a:pt x="723899" y="0"/>
                </a:lnTo>
                <a:lnTo>
                  <a:pt x="7238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0" name="object 230"/>
          <p:cNvSpPr/>
          <p:nvPr/>
        </p:nvSpPr>
        <p:spPr>
          <a:xfrm>
            <a:off x="8886824" y="6262687"/>
            <a:ext cx="723899" cy="0"/>
          </a:xfrm>
          <a:custGeom>
            <a:avLst/>
            <a:gdLst/>
            <a:ahLst/>
            <a:cxnLst/>
            <a:rect b="b" l="l" r="r" t="t"/>
            <a:pathLst>
              <a:path h="0" w="723899">
                <a:moveTo>
                  <a:pt x="0" y="0"/>
                </a:moveTo>
                <a:lnTo>
                  <a:pt x="7238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1" name="object 231"/>
          <p:cNvSpPr/>
          <p:nvPr/>
        </p:nvSpPr>
        <p:spPr>
          <a:xfrm>
            <a:off x="9605962" y="60674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2" name="object 232"/>
          <p:cNvSpPr/>
          <p:nvPr/>
        </p:nvSpPr>
        <p:spPr>
          <a:xfrm>
            <a:off x="9620249" y="6067424"/>
            <a:ext cx="1200149" cy="200024"/>
          </a:xfrm>
          <a:custGeom>
            <a:avLst/>
            <a:gdLst/>
            <a:ahLst/>
            <a:cxnLst/>
            <a:rect b="b" l="l" r="r" t="t"/>
            <a:pathLst>
              <a:path h="200024" w="1200149">
                <a:moveTo>
                  <a:pt x="0" y="0"/>
                </a:moveTo>
                <a:lnTo>
                  <a:pt x="1200149" y="0"/>
                </a:lnTo>
                <a:lnTo>
                  <a:pt x="12001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3" name="object 233"/>
          <p:cNvSpPr/>
          <p:nvPr/>
        </p:nvSpPr>
        <p:spPr>
          <a:xfrm>
            <a:off x="9620249" y="6262687"/>
            <a:ext cx="1200149" cy="0"/>
          </a:xfrm>
          <a:custGeom>
            <a:avLst/>
            <a:gdLst/>
            <a:ahLst/>
            <a:cxnLst/>
            <a:rect b="b" l="l" r="r" t="t"/>
            <a:pathLst>
              <a:path h="0" w="1200149">
                <a:moveTo>
                  <a:pt x="0" y="0"/>
                </a:moveTo>
                <a:lnTo>
                  <a:pt x="12001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4" name="object 234"/>
          <p:cNvSpPr/>
          <p:nvPr/>
        </p:nvSpPr>
        <p:spPr>
          <a:xfrm>
            <a:off x="10815637" y="60674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5" name="object 235"/>
          <p:cNvSpPr/>
          <p:nvPr/>
        </p:nvSpPr>
        <p:spPr>
          <a:xfrm>
            <a:off x="10820399" y="6067424"/>
            <a:ext cx="1162049" cy="200024"/>
          </a:xfrm>
          <a:custGeom>
            <a:avLst/>
            <a:gdLst/>
            <a:ahLst/>
            <a:cxnLst/>
            <a:rect b="b" l="l" r="r" t="t"/>
            <a:pathLst>
              <a:path h="200024" w="1162049">
                <a:moveTo>
                  <a:pt x="0" y="0"/>
                </a:moveTo>
                <a:lnTo>
                  <a:pt x="1162049" y="0"/>
                </a:lnTo>
                <a:lnTo>
                  <a:pt x="11620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6" name="object 236"/>
          <p:cNvSpPr/>
          <p:nvPr/>
        </p:nvSpPr>
        <p:spPr>
          <a:xfrm>
            <a:off x="10820399" y="6262687"/>
            <a:ext cx="1162049" cy="0"/>
          </a:xfrm>
          <a:custGeom>
            <a:avLst/>
            <a:gdLst/>
            <a:ahLst/>
            <a:cxnLst/>
            <a:rect b="b" l="l" r="r" t="t"/>
            <a:pathLst>
              <a:path h="0" w="1162049">
                <a:moveTo>
                  <a:pt x="0" y="0"/>
                </a:moveTo>
                <a:lnTo>
                  <a:pt x="11620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7" name="object 237"/>
          <p:cNvSpPr/>
          <p:nvPr/>
        </p:nvSpPr>
        <p:spPr>
          <a:xfrm>
            <a:off x="4972049" y="6267449"/>
            <a:ext cx="1219199" cy="190499"/>
          </a:xfrm>
          <a:custGeom>
            <a:avLst/>
            <a:gdLst/>
            <a:ahLst/>
            <a:cxnLst/>
            <a:rect b="b" l="l" r="r" t="t"/>
            <a:pathLst>
              <a:path h="190499" w="1219199">
                <a:moveTo>
                  <a:pt x="0" y="0"/>
                </a:moveTo>
                <a:lnTo>
                  <a:pt x="1219199" y="0"/>
                </a:lnTo>
                <a:lnTo>
                  <a:pt x="12191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8" name="object 238"/>
          <p:cNvSpPr/>
          <p:nvPr/>
        </p:nvSpPr>
        <p:spPr>
          <a:xfrm>
            <a:off x="6186487" y="626744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9" name="object 239"/>
          <p:cNvSpPr/>
          <p:nvPr/>
        </p:nvSpPr>
        <p:spPr>
          <a:xfrm>
            <a:off x="6191249" y="6267449"/>
            <a:ext cx="1333499" cy="190499"/>
          </a:xfrm>
          <a:custGeom>
            <a:avLst/>
            <a:gdLst/>
            <a:ahLst/>
            <a:cxnLst/>
            <a:rect b="b" l="l" r="r" t="t"/>
            <a:pathLst>
              <a:path h="190499" w="1333499">
                <a:moveTo>
                  <a:pt x="0" y="0"/>
                </a:moveTo>
                <a:lnTo>
                  <a:pt x="1333499" y="0"/>
                </a:lnTo>
                <a:lnTo>
                  <a:pt x="13334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0" name="object 240"/>
          <p:cNvSpPr/>
          <p:nvPr/>
        </p:nvSpPr>
        <p:spPr>
          <a:xfrm>
            <a:off x="7519987" y="626744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1" name="object 241"/>
          <p:cNvSpPr/>
          <p:nvPr/>
        </p:nvSpPr>
        <p:spPr>
          <a:xfrm>
            <a:off x="7524749" y="6267449"/>
            <a:ext cx="1362074" cy="190499"/>
          </a:xfrm>
          <a:custGeom>
            <a:avLst/>
            <a:gdLst/>
            <a:ahLst/>
            <a:cxnLst/>
            <a:rect b="b" l="l" r="r" t="t"/>
            <a:pathLst>
              <a:path h="190499" w="1362074">
                <a:moveTo>
                  <a:pt x="0" y="0"/>
                </a:moveTo>
                <a:lnTo>
                  <a:pt x="1362074" y="0"/>
                </a:lnTo>
                <a:lnTo>
                  <a:pt x="1362074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2" name="object 242"/>
          <p:cNvSpPr/>
          <p:nvPr/>
        </p:nvSpPr>
        <p:spPr>
          <a:xfrm>
            <a:off x="8882062" y="626744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3" name="object 243"/>
          <p:cNvSpPr/>
          <p:nvPr/>
        </p:nvSpPr>
        <p:spPr>
          <a:xfrm>
            <a:off x="8886824" y="6267449"/>
            <a:ext cx="723899" cy="190499"/>
          </a:xfrm>
          <a:custGeom>
            <a:avLst/>
            <a:gdLst/>
            <a:ahLst/>
            <a:cxnLst/>
            <a:rect b="b" l="l" r="r" t="t"/>
            <a:pathLst>
              <a:path h="190499" w="723899">
                <a:moveTo>
                  <a:pt x="0" y="0"/>
                </a:moveTo>
                <a:lnTo>
                  <a:pt x="723899" y="0"/>
                </a:lnTo>
                <a:lnTo>
                  <a:pt x="72389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4" name="object 244"/>
          <p:cNvSpPr/>
          <p:nvPr/>
        </p:nvSpPr>
        <p:spPr>
          <a:xfrm>
            <a:off x="9605962" y="626744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5" name="object 245"/>
          <p:cNvSpPr/>
          <p:nvPr/>
        </p:nvSpPr>
        <p:spPr>
          <a:xfrm>
            <a:off x="9620249" y="6267449"/>
            <a:ext cx="1200149" cy="190499"/>
          </a:xfrm>
          <a:custGeom>
            <a:avLst/>
            <a:gdLst/>
            <a:ahLst/>
            <a:cxnLst/>
            <a:rect b="b" l="l" r="r" t="t"/>
            <a:pathLst>
              <a:path h="190499" w="1200149">
                <a:moveTo>
                  <a:pt x="0" y="0"/>
                </a:moveTo>
                <a:lnTo>
                  <a:pt x="1200149" y="0"/>
                </a:lnTo>
                <a:lnTo>
                  <a:pt x="120014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6" name="object 246"/>
          <p:cNvSpPr/>
          <p:nvPr/>
        </p:nvSpPr>
        <p:spPr>
          <a:xfrm>
            <a:off x="10815637" y="6267449"/>
            <a:ext cx="0" cy="190499"/>
          </a:xfrm>
          <a:custGeom>
            <a:avLst/>
            <a:gdLst/>
            <a:ahLst/>
            <a:cxnLst/>
            <a:rect b="b" l="l" r="r" t="t"/>
            <a:pathLst>
              <a:path h="190499" w="0">
                <a:moveTo>
                  <a:pt x="0" y="19049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7" name="object 247"/>
          <p:cNvSpPr/>
          <p:nvPr/>
        </p:nvSpPr>
        <p:spPr>
          <a:xfrm>
            <a:off x="10820399" y="6267449"/>
            <a:ext cx="1162049" cy="190499"/>
          </a:xfrm>
          <a:custGeom>
            <a:avLst/>
            <a:gdLst/>
            <a:ahLst/>
            <a:cxnLst/>
            <a:rect b="b" l="l" r="r" t="t"/>
            <a:pathLst>
              <a:path h="190499" w="1162049">
                <a:moveTo>
                  <a:pt x="0" y="0"/>
                </a:moveTo>
                <a:lnTo>
                  <a:pt x="1162049" y="0"/>
                </a:lnTo>
                <a:lnTo>
                  <a:pt x="1162049" y="190499"/>
                </a:lnTo>
                <a:lnTo>
                  <a:pt x="0" y="190499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8" name="object 248"/>
          <p:cNvSpPr/>
          <p:nvPr/>
        </p:nvSpPr>
        <p:spPr>
          <a:xfrm>
            <a:off x="6186487" y="64579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9" name="object 249"/>
          <p:cNvSpPr/>
          <p:nvPr/>
        </p:nvSpPr>
        <p:spPr>
          <a:xfrm>
            <a:off x="4972049" y="6462712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0" name="object 250"/>
          <p:cNvSpPr/>
          <p:nvPr/>
        </p:nvSpPr>
        <p:spPr>
          <a:xfrm>
            <a:off x="7519987" y="64579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1" name="object 251"/>
          <p:cNvSpPr/>
          <p:nvPr/>
        </p:nvSpPr>
        <p:spPr>
          <a:xfrm>
            <a:off x="6191249" y="6462712"/>
            <a:ext cx="1333499" cy="0"/>
          </a:xfrm>
          <a:custGeom>
            <a:avLst/>
            <a:gdLst/>
            <a:ahLst/>
            <a:cxnLst/>
            <a:rect b="b" l="l" r="r" t="t"/>
            <a:pathLst>
              <a:path h="0" w="1333499">
                <a:moveTo>
                  <a:pt x="0" y="0"/>
                </a:moveTo>
                <a:lnTo>
                  <a:pt x="13334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2" name="object 252"/>
          <p:cNvSpPr/>
          <p:nvPr/>
        </p:nvSpPr>
        <p:spPr>
          <a:xfrm>
            <a:off x="8882062" y="64579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3" name="object 253"/>
          <p:cNvSpPr/>
          <p:nvPr/>
        </p:nvSpPr>
        <p:spPr>
          <a:xfrm>
            <a:off x="7524749" y="6462712"/>
            <a:ext cx="1362074" cy="0"/>
          </a:xfrm>
          <a:custGeom>
            <a:avLst/>
            <a:gdLst/>
            <a:ahLst/>
            <a:cxnLst/>
            <a:rect b="b" l="l" r="r" t="t"/>
            <a:pathLst>
              <a:path h="0" w="1362074">
                <a:moveTo>
                  <a:pt x="0" y="0"/>
                </a:moveTo>
                <a:lnTo>
                  <a:pt x="136207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4" name="object 254"/>
          <p:cNvSpPr/>
          <p:nvPr/>
        </p:nvSpPr>
        <p:spPr>
          <a:xfrm>
            <a:off x="9605962" y="64579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5" name="object 255"/>
          <p:cNvSpPr/>
          <p:nvPr/>
        </p:nvSpPr>
        <p:spPr>
          <a:xfrm>
            <a:off x="8886824" y="6462712"/>
            <a:ext cx="723899" cy="0"/>
          </a:xfrm>
          <a:custGeom>
            <a:avLst/>
            <a:gdLst/>
            <a:ahLst/>
            <a:cxnLst/>
            <a:rect b="b" l="l" r="r" t="t"/>
            <a:pathLst>
              <a:path h="0" w="723899">
                <a:moveTo>
                  <a:pt x="0" y="0"/>
                </a:moveTo>
                <a:lnTo>
                  <a:pt x="7238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6" name="object 256"/>
          <p:cNvSpPr/>
          <p:nvPr/>
        </p:nvSpPr>
        <p:spPr>
          <a:xfrm>
            <a:off x="10815637" y="64579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7" name="object 257"/>
          <p:cNvSpPr/>
          <p:nvPr/>
        </p:nvSpPr>
        <p:spPr>
          <a:xfrm>
            <a:off x="9620249" y="6462712"/>
            <a:ext cx="1200149" cy="0"/>
          </a:xfrm>
          <a:custGeom>
            <a:avLst/>
            <a:gdLst/>
            <a:ahLst/>
            <a:cxnLst/>
            <a:rect b="b" l="l" r="r" t="t"/>
            <a:pathLst>
              <a:path h="0" w="1200149">
                <a:moveTo>
                  <a:pt x="0" y="0"/>
                </a:moveTo>
                <a:lnTo>
                  <a:pt x="12001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8" name="object 258"/>
          <p:cNvSpPr/>
          <p:nvPr/>
        </p:nvSpPr>
        <p:spPr>
          <a:xfrm>
            <a:off x="10820399" y="6462712"/>
            <a:ext cx="1162049" cy="0"/>
          </a:xfrm>
          <a:custGeom>
            <a:avLst/>
            <a:gdLst/>
            <a:ahLst/>
            <a:cxnLst/>
            <a:rect b="b" l="l" r="r" t="t"/>
            <a:pathLst>
              <a:path h="0" w="1162049">
                <a:moveTo>
                  <a:pt x="0" y="0"/>
                </a:moveTo>
                <a:lnTo>
                  <a:pt x="11620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9" name="object 259"/>
          <p:cNvSpPr/>
          <p:nvPr/>
        </p:nvSpPr>
        <p:spPr>
          <a:xfrm>
            <a:off x="4905374" y="1981199"/>
            <a:ext cx="5638799" cy="3162299"/>
          </a:xfrm>
          <a:custGeom>
            <a:avLst/>
            <a:gdLst/>
            <a:ahLst/>
            <a:cxnLst/>
            <a:rect b="b" l="l" r="r" t="t"/>
            <a:pathLst>
              <a:path h="3162299" w="5638799">
                <a:moveTo>
                  <a:pt x="0" y="0"/>
                </a:moveTo>
                <a:lnTo>
                  <a:pt x="5638799" y="0"/>
                </a:lnTo>
                <a:lnTo>
                  <a:pt x="5638799" y="3162299"/>
                </a:lnTo>
                <a:lnTo>
                  <a:pt x="0" y="31622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0" name="object 260"/>
          <p:cNvSpPr/>
          <p:nvPr/>
        </p:nvSpPr>
        <p:spPr>
          <a:xfrm>
            <a:off x="4910137" y="1985962"/>
            <a:ext cx="5629274" cy="3152774"/>
          </a:xfrm>
          <a:custGeom>
            <a:avLst/>
            <a:gdLst/>
            <a:ahLst/>
            <a:cxnLst/>
            <a:rect b="b" l="l" r="r" t="t"/>
            <a:pathLst>
              <a:path h="3152774" w="5629274">
                <a:moveTo>
                  <a:pt x="0" y="0"/>
                </a:moveTo>
                <a:lnTo>
                  <a:pt x="5629274" y="0"/>
                </a:lnTo>
                <a:lnTo>
                  <a:pt x="5629274" y="3152774"/>
                </a:lnTo>
                <a:lnTo>
                  <a:pt x="0" y="315277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1" name="object 261"/>
          <p:cNvSpPr/>
          <p:nvPr/>
        </p:nvSpPr>
        <p:spPr>
          <a:xfrm>
            <a:off x="6218890" y="2579880"/>
            <a:ext cx="4239559" cy="501804"/>
          </a:xfrm>
          <a:custGeom>
            <a:avLst/>
            <a:gdLst/>
            <a:ahLst/>
            <a:cxnLst/>
            <a:rect b="b" l="l" r="r" t="t"/>
            <a:pathLst>
              <a:path h="501804" w="4239559">
                <a:moveTo>
                  <a:pt x="0" y="0"/>
                </a:moveTo>
                <a:lnTo>
                  <a:pt x="4239559" y="0"/>
                </a:lnTo>
                <a:lnTo>
                  <a:pt x="4239559" y="501804"/>
                </a:lnTo>
                <a:lnTo>
                  <a:pt x="0" y="501804"/>
                </a:lnTo>
                <a:lnTo>
                  <a:pt x="0" y="0"/>
                </a:lnTo>
                <a:close/>
              </a:path>
            </a:pathLst>
          </a:custGeom>
          <a:solidFill>
            <a:srgbClr val="006E5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2" name="object 262"/>
          <p:cNvSpPr/>
          <p:nvPr/>
        </p:nvSpPr>
        <p:spPr>
          <a:xfrm>
            <a:off x="7331103" y="3137441"/>
            <a:ext cx="2015132" cy="501804"/>
          </a:xfrm>
          <a:custGeom>
            <a:avLst/>
            <a:gdLst/>
            <a:ahLst/>
            <a:cxnLst/>
            <a:rect b="b" l="l" r="r" t="t"/>
            <a:pathLst>
              <a:path h="501804" w="2015132">
                <a:moveTo>
                  <a:pt x="0" y="0"/>
                </a:moveTo>
                <a:lnTo>
                  <a:pt x="2015132" y="0"/>
                </a:lnTo>
                <a:lnTo>
                  <a:pt x="2015132" y="501804"/>
                </a:lnTo>
                <a:lnTo>
                  <a:pt x="0" y="501804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3" name="object 263"/>
          <p:cNvSpPr/>
          <p:nvPr/>
        </p:nvSpPr>
        <p:spPr>
          <a:xfrm>
            <a:off x="7434409" y="3695002"/>
            <a:ext cx="1808521" cy="501804"/>
          </a:xfrm>
          <a:custGeom>
            <a:avLst/>
            <a:gdLst/>
            <a:ahLst/>
            <a:cxnLst/>
            <a:rect b="b" l="l" r="r" t="t"/>
            <a:pathLst>
              <a:path h="501804" w="1808521">
                <a:moveTo>
                  <a:pt x="0" y="0"/>
                </a:moveTo>
                <a:lnTo>
                  <a:pt x="1808521" y="0"/>
                </a:lnTo>
                <a:lnTo>
                  <a:pt x="1808521" y="501804"/>
                </a:lnTo>
                <a:lnTo>
                  <a:pt x="0" y="501804"/>
                </a:lnTo>
                <a:lnTo>
                  <a:pt x="0" y="0"/>
                </a:lnTo>
                <a:close/>
              </a:path>
            </a:pathLst>
          </a:custGeom>
          <a:solidFill>
            <a:srgbClr val="C2593C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4" name="object 264"/>
          <p:cNvSpPr/>
          <p:nvPr/>
        </p:nvSpPr>
        <p:spPr>
          <a:xfrm>
            <a:off x="8117300" y="4252563"/>
            <a:ext cx="442738" cy="501804"/>
          </a:xfrm>
          <a:custGeom>
            <a:avLst/>
            <a:gdLst/>
            <a:ahLst/>
            <a:cxnLst/>
            <a:rect b="b" l="l" r="r" t="t"/>
            <a:pathLst>
              <a:path h="501804" w="442738">
                <a:moveTo>
                  <a:pt x="0" y="0"/>
                </a:moveTo>
                <a:lnTo>
                  <a:pt x="442738" y="0"/>
                </a:lnTo>
                <a:lnTo>
                  <a:pt x="442738" y="501804"/>
                </a:lnTo>
                <a:lnTo>
                  <a:pt x="0" y="501804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5" name="object 265"/>
          <p:cNvSpPr/>
          <p:nvPr/>
        </p:nvSpPr>
        <p:spPr>
          <a:xfrm>
            <a:off x="8805862" y="233362"/>
            <a:ext cx="1733549" cy="1514474"/>
          </a:xfrm>
          <a:custGeom>
            <a:avLst/>
            <a:gdLst/>
            <a:ahLst/>
            <a:cxnLst/>
            <a:rect b="b" l="l" r="r" t="t"/>
            <a:pathLst>
              <a:path h="1514474" w="1733549">
                <a:moveTo>
                  <a:pt x="287" y="268286"/>
                </a:moveTo>
                <a:lnTo>
                  <a:pt x="4982" y="228306"/>
                </a:ln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1452562" y="0"/>
                </a:lnTo>
                <a:lnTo>
                  <a:pt x="1465263" y="287"/>
                </a:lnTo>
                <a:lnTo>
                  <a:pt x="1505243" y="4982"/>
                </a:lnTo>
                <a:lnTo>
                  <a:pt x="1546199" y="16060"/>
                </a:lnTo>
                <a:lnTo>
                  <a:pt x="1583095" y="32159"/>
                </a:lnTo>
                <a:lnTo>
                  <a:pt x="1619071" y="54649"/>
                </a:lnTo>
                <a:lnTo>
                  <a:pt x="1649705" y="80765"/>
                </a:lnTo>
                <a:lnTo>
                  <a:pt x="1677604" y="112731"/>
                </a:lnTo>
                <a:lnTo>
                  <a:pt x="1699337" y="146614"/>
                </a:lnTo>
                <a:lnTo>
                  <a:pt x="1716756" y="185302"/>
                </a:lnTo>
                <a:lnTo>
                  <a:pt x="1727717" y="224035"/>
                </a:lnTo>
                <a:lnTo>
                  <a:pt x="1733156" y="266114"/>
                </a:lnTo>
                <a:lnTo>
                  <a:pt x="1733549" y="1233487"/>
                </a:lnTo>
                <a:lnTo>
                  <a:pt x="1733263" y="1246188"/>
                </a:lnTo>
                <a:lnTo>
                  <a:pt x="1728567" y="1286168"/>
                </a:lnTo>
                <a:lnTo>
                  <a:pt x="1717488" y="1327124"/>
                </a:lnTo>
                <a:lnTo>
                  <a:pt x="1701389" y="1364020"/>
                </a:lnTo>
                <a:lnTo>
                  <a:pt x="1678899" y="1399997"/>
                </a:lnTo>
                <a:lnTo>
                  <a:pt x="1652784" y="1430630"/>
                </a:lnTo>
                <a:lnTo>
                  <a:pt x="1620818" y="1458529"/>
                </a:lnTo>
                <a:lnTo>
                  <a:pt x="1586935" y="1480262"/>
                </a:lnTo>
                <a:lnTo>
                  <a:pt x="1548247" y="1497681"/>
                </a:lnTo>
                <a:lnTo>
                  <a:pt x="1509513" y="1508642"/>
                </a:lnTo>
                <a:lnTo>
                  <a:pt x="1467435" y="1514081"/>
                </a:lnTo>
                <a:lnTo>
                  <a:pt x="280987" y="1514474"/>
                </a:lnTo>
                <a:lnTo>
                  <a:pt x="268286" y="1514187"/>
                </a:lnTo>
                <a:lnTo>
                  <a:pt x="228306" y="1509492"/>
                </a:lnTo>
                <a:lnTo>
                  <a:pt x="187350" y="1498414"/>
                </a:lnTo>
                <a:lnTo>
                  <a:pt x="150454" y="1482315"/>
                </a:lnTo>
                <a:lnTo>
                  <a:pt x="114477" y="1459824"/>
                </a:lnTo>
                <a:lnTo>
                  <a:pt x="83844" y="1433709"/>
                </a:lnTo>
                <a:lnTo>
                  <a:pt x="55945" y="1401743"/>
                </a:lnTo>
                <a:lnTo>
                  <a:pt x="34212" y="1367860"/>
                </a:lnTo>
                <a:lnTo>
                  <a:pt x="16793" y="1329172"/>
                </a:lnTo>
                <a:lnTo>
                  <a:pt x="5832" y="1290438"/>
                </a:lnTo>
                <a:lnTo>
                  <a:pt x="393" y="1248360"/>
                </a:lnTo>
                <a:lnTo>
                  <a:pt x="0" y="280987"/>
                </a:lnTo>
                <a:lnTo>
                  <a:pt x="287" y="268286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6" name="object 266"/>
          <p:cNvSpPr/>
          <p:nvPr/>
        </p:nvSpPr>
        <p:spPr>
          <a:xfrm>
            <a:off x="8805862" y="233362"/>
            <a:ext cx="1733549" cy="1514474"/>
          </a:xfrm>
          <a:custGeom>
            <a:avLst/>
            <a:gdLst/>
            <a:ahLst/>
            <a:cxnLst/>
            <a:rect b="b" l="l" r="r" t="t"/>
            <a:pathLst>
              <a:path h="1514474" w="1733549">
                <a:moveTo>
                  <a:pt x="0" y="1233487"/>
                </a:moveTo>
                <a:lnTo>
                  <a:pt x="0" y="280987"/>
                </a:lnTo>
                <a:lnTo>
                  <a:pt x="287" y="268286"/>
                </a:lnTo>
                <a:lnTo>
                  <a:pt x="4982" y="228306"/>
                </a:ln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280987" y="0"/>
                </a:lnTo>
                <a:lnTo>
                  <a:pt x="1452562" y="0"/>
                </a:lnTo>
                <a:lnTo>
                  <a:pt x="1492716" y="2883"/>
                </a:lnTo>
                <a:lnTo>
                  <a:pt x="1532043" y="11475"/>
                </a:lnTo>
                <a:lnTo>
                  <a:pt x="1571716" y="26514"/>
                </a:lnTo>
                <a:lnTo>
                  <a:pt x="1606855" y="46152"/>
                </a:lnTo>
                <a:lnTo>
                  <a:pt x="1640455" y="72060"/>
                </a:lnTo>
                <a:lnTo>
                  <a:pt x="1668381" y="101053"/>
                </a:lnTo>
                <a:lnTo>
                  <a:pt x="1693012" y="135599"/>
                </a:lnTo>
                <a:lnTo>
                  <a:pt x="1711319" y="171450"/>
                </a:lnTo>
                <a:lnTo>
                  <a:pt x="1724862" y="211658"/>
                </a:lnTo>
                <a:lnTo>
                  <a:pt x="1731975" y="251280"/>
                </a:lnTo>
                <a:lnTo>
                  <a:pt x="1733549" y="280987"/>
                </a:lnTo>
                <a:lnTo>
                  <a:pt x="1733549" y="1233487"/>
                </a:lnTo>
                <a:lnTo>
                  <a:pt x="1730666" y="1273641"/>
                </a:lnTo>
                <a:lnTo>
                  <a:pt x="1722074" y="1312968"/>
                </a:lnTo>
                <a:lnTo>
                  <a:pt x="1707035" y="1352641"/>
                </a:lnTo>
                <a:lnTo>
                  <a:pt x="1687397" y="1387781"/>
                </a:lnTo>
                <a:lnTo>
                  <a:pt x="1661489" y="1421380"/>
                </a:lnTo>
                <a:lnTo>
                  <a:pt x="1632496" y="1449306"/>
                </a:lnTo>
                <a:lnTo>
                  <a:pt x="1597950" y="1473937"/>
                </a:lnTo>
                <a:lnTo>
                  <a:pt x="1562099" y="1492245"/>
                </a:lnTo>
                <a:lnTo>
                  <a:pt x="1521891" y="1505788"/>
                </a:lnTo>
                <a:lnTo>
                  <a:pt x="1482269" y="1512900"/>
                </a:lnTo>
                <a:lnTo>
                  <a:pt x="1452562" y="1514474"/>
                </a:lnTo>
                <a:lnTo>
                  <a:pt x="280987" y="1514474"/>
                </a:lnTo>
                <a:lnTo>
                  <a:pt x="240833" y="1511591"/>
                </a:lnTo>
                <a:lnTo>
                  <a:pt x="201506" y="1502999"/>
                </a:lnTo>
                <a:lnTo>
                  <a:pt x="161833" y="1487960"/>
                </a:lnTo>
                <a:lnTo>
                  <a:pt x="126694" y="1468322"/>
                </a:lnTo>
                <a:lnTo>
                  <a:pt x="93094" y="1442414"/>
                </a:lnTo>
                <a:lnTo>
                  <a:pt x="65168" y="1413421"/>
                </a:lnTo>
                <a:lnTo>
                  <a:pt x="40537" y="1378875"/>
                </a:lnTo>
                <a:lnTo>
                  <a:pt x="22229" y="1343024"/>
                </a:lnTo>
                <a:lnTo>
                  <a:pt x="8686" y="1302816"/>
                </a:lnTo>
                <a:lnTo>
                  <a:pt x="1574" y="1263194"/>
                </a:lnTo>
                <a:lnTo>
                  <a:pt x="0" y="123348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7" name="object 267"/>
          <p:cNvSpPr/>
          <p:nvPr/>
        </p:nvSpPr>
        <p:spPr>
          <a:xfrm>
            <a:off x="9258299" y="552449"/>
            <a:ext cx="1142999" cy="219074"/>
          </a:xfrm>
          <a:custGeom>
            <a:avLst/>
            <a:gdLst/>
            <a:ahLst/>
            <a:cxnLst/>
            <a:rect b="b" l="l" r="r" t="t"/>
            <a:pathLst>
              <a:path h="219074" w="1142999">
                <a:moveTo>
                  <a:pt x="0" y="0"/>
                </a:moveTo>
                <a:lnTo>
                  <a:pt x="1142999" y="0"/>
                </a:lnTo>
                <a:lnTo>
                  <a:pt x="1142999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8" name="object 268"/>
          <p:cNvSpPr/>
          <p:nvPr/>
        </p:nvSpPr>
        <p:spPr>
          <a:xfrm>
            <a:off x="9258299" y="790574"/>
            <a:ext cx="1142999" cy="219074"/>
          </a:xfrm>
          <a:custGeom>
            <a:avLst/>
            <a:gdLst/>
            <a:ahLst/>
            <a:cxnLst/>
            <a:rect b="b" l="l" r="r" t="t"/>
            <a:pathLst>
              <a:path h="219074" w="1142999">
                <a:moveTo>
                  <a:pt x="0" y="0"/>
                </a:moveTo>
                <a:lnTo>
                  <a:pt x="1142999" y="0"/>
                </a:lnTo>
                <a:lnTo>
                  <a:pt x="1142999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9" name="object 269"/>
          <p:cNvSpPr/>
          <p:nvPr/>
        </p:nvSpPr>
        <p:spPr>
          <a:xfrm>
            <a:off x="9258299" y="1028699"/>
            <a:ext cx="1142999" cy="219074"/>
          </a:xfrm>
          <a:custGeom>
            <a:avLst/>
            <a:gdLst/>
            <a:ahLst/>
            <a:cxnLst/>
            <a:rect b="b" l="l" r="r" t="t"/>
            <a:pathLst>
              <a:path h="219074" w="1142999">
                <a:moveTo>
                  <a:pt x="0" y="0"/>
                </a:moveTo>
                <a:lnTo>
                  <a:pt x="1142999" y="0"/>
                </a:lnTo>
                <a:lnTo>
                  <a:pt x="1142999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0" name="object 270"/>
          <p:cNvSpPr/>
          <p:nvPr/>
        </p:nvSpPr>
        <p:spPr>
          <a:xfrm>
            <a:off x="9258299" y="1266824"/>
            <a:ext cx="1142999" cy="219074"/>
          </a:xfrm>
          <a:custGeom>
            <a:avLst/>
            <a:gdLst/>
            <a:ahLst/>
            <a:cxnLst/>
            <a:rect b="b" l="l" r="r" t="t"/>
            <a:pathLst>
              <a:path h="219074" w="1142999">
                <a:moveTo>
                  <a:pt x="0" y="0"/>
                </a:moveTo>
                <a:lnTo>
                  <a:pt x="1142999" y="0"/>
                </a:lnTo>
                <a:lnTo>
                  <a:pt x="1142999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1" name="object 271"/>
          <p:cNvSpPr/>
          <p:nvPr/>
        </p:nvSpPr>
        <p:spPr>
          <a:xfrm>
            <a:off x="10615612" y="233362"/>
            <a:ext cx="1800224" cy="3590924"/>
          </a:xfrm>
          <a:custGeom>
            <a:avLst/>
            <a:gdLst/>
            <a:ahLst/>
            <a:cxnLst/>
            <a:rect b="b" l="l" r="r" t="t"/>
            <a:pathLst>
              <a:path h="3590924" w="1800224">
                <a:moveTo>
                  <a:pt x="8" y="3312114"/>
                </a:moveTo>
                <a:lnTo>
                  <a:pt x="0" y="280987"/>
                </a:lnTo>
                <a:lnTo>
                  <a:pt x="2883" y="240833"/>
                </a:lnTo>
                <a:lnTo>
                  <a:pt x="11475" y="201506"/>
                </a:lnTo>
                <a:lnTo>
                  <a:pt x="26514" y="161833"/>
                </a:lnTo>
                <a:lnTo>
                  <a:pt x="46152" y="126693"/>
                </a:lnTo>
                <a:lnTo>
                  <a:pt x="72060" y="93094"/>
                </a:lnTo>
                <a:lnTo>
                  <a:pt x="101053" y="65168"/>
                </a:lnTo>
                <a:lnTo>
                  <a:pt x="135599" y="40537"/>
                </a:lnTo>
                <a:lnTo>
                  <a:pt x="171450" y="22229"/>
                </a:lnTo>
                <a:lnTo>
                  <a:pt x="211658" y="8686"/>
                </a:lnTo>
                <a:lnTo>
                  <a:pt x="251280" y="1574"/>
                </a:lnTo>
                <a:lnTo>
                  <a:pt x="1519237" y="0"/>
                </a:lnTo>
                <a:lnTo>
                  <a:pt x="1531938" y="287"/>
                </a:lnTo>
                <a:lnTo>
                  <a:pt x="1571918" y="4982"/>
                </a:lnTo>
                <a:lnTo>
                  <a:pt x="1612874" y="16060"/>
                </a:lnTo>
                <a:lnTo>
                  <a:pt x="1649769" y="32159"/>
                </a:lnTo>
                <a:lnTo>
                  <a:pt x="1685746" y="54649"/>
                </a:lnTo>
                <a:lnTo>
                  <a:pt x="1716380" y="80765"/>
                </a:lnTo>
                <a:lnTo>
                  <a:pt x="1744279" y="112731"/>
                </a:lnTo>
                <a:lnTo>
                  <a:pt x="1766012" y="146614"/>
                </a:lnTo>
                <a:lnTo>
                  <a:pt x="1783431" y="185302"/>
                </a:lnTo>
                <a:lnTo>
                  <a:pt x="1794392" y="224036"/>
                </a:lnTo>
                <a:lnTo>
                  <a:pt x="1799831" y="266114"/>
                </a:lnTo>
                <a:lnTo>
                  <a:pt x="1800224" y="3309937"/>
                </a:lnTo>
                <a:lnTo>
                  <a:pt x="1799937" y="3322638"/>
                </a:lnTo>
                <a:lnTo>
                  <a:pt x="1795242" y="3362618"/>
                </a:lnTo>
                <a:lnTo>
                  <a:pt x="1784163" y="3403574"/>
                </a:lnTo>
                <a:lnTo>
                  <a:pt x="1768065" y="3440469"/>
                </a:lnTo>
                <a:lnTo>
                  <a:pt x="1745574" y="3476446"/>
                </a:lnTo>
                <a:lnTo>
                  <a:pt x="1719458" y="3507079"/>
                </a:lnTo>
                <a:lnTo>
                  <a:pt x="1687493" y="3534979"/>
                </a:lnTo>
                <a:lnTo>
                  <a:pt x="1653609" y="3556712"/>
                </a:lnTo>
                <a:lnTo>
                  <a:pt x="1614922" y="3574131"/>
                </a:lnTo>
                <a:lnTo>
                  <a:pt x="1576188" y="3585092"/>
                </a:lnTo>
                <a:lnTo>
                  <a:pt x="1534110" y="3590531"/>
                </a:lnTo>
                <a:lnTo>
                  <a:pt x="280987" y="3590924"/>
                </a:lnTo>
                <a:lnTo>
                  <a:pt x="268286" y="3590637"/>
                </a:lnTo>
                <a:lnTo>
                  <a:pt x="228306" y="3585942"/>
                </a:lnTo>
                <a:lnTo>
                  <a:pt x="187350" y="3574863"/>
                </a:lnTo>
                <a:lnTo>
                  <a:pt x="150454" y="3558764"/>
                </a:lnTo>
                <a:lnTo>
                  <a:pt x="114477" y="3536274"/>
                </a:lnTo>
                <a:lnTo>
                  <a:pt x="83844" y="3510158"/>
                </a:lnTo>
                <a:lnTo>
                  <a:pt x="55945" y="3478193"/>
                </a:lnTo>
                <a:lnTo>
                  <a:pt x="34212" y="3444309"/>
                </a:lnTo>
                <a:lnTo>
                  <a:pt x="16793" y="3405621"/>
                </a:lnTo>
                <a:lnTo>
                  <a:pt x="5832" y="3366888"/>
                </a:lnTo>
                <a:lnTo>
                  <a:pt x="393" y="3324810"/>
                </a:lnTo>
                <a:lnTo>
                  <a:pt x="8" y="3312114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2" name="object 272"/>
          <p:cNvSpPr/>
          <p:nvPr/>
        </p:nvSpPr>
        <p:spPr>
          <a:xfrm>
            <a:off x="10615612" y="233362"/>
            <a:ext cx="1800224" cy="3590924"/>
          </a:xfrm>
          <a:custGeom>
            <a:avLst/>
            <a:gdLst/>
            <a:ahLst/>
            <a:cxnLst/>
            <a:rect b="b" l="l" r="r" t="t"/>
            <a:pathLst>
              <a:path h="3590924" w="1800224">
                <a:moveTo>
                  <a:pt x="0" y="3309937"/>
                </a:moveTo>
                <a:lnTo>
                  <a:pt x="0" y="280987"/>
                </a:lnTo>
                <a:lnTo>
                  <a:pt x="287" y="268286"/>
                </a:lnTo>
                <a:lnTo>
                  <a:pt x="4982" y="228306"/>
                </a:ln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280987" y="0"/>
                </a:lnTo>
                <a:lnTo>
                  <a:pt x="1519237" y="0"/>
                </a:lnTo>
                <a:lnTo>
                  <a:pt x="1559391" y="2883"/>
                </a:lnTo>
                <a:lnTo>
                  <a:pt x="1598717" y="11475"/>
                </a:lnTo>
                <a:lnTo>
                  <a:pt x="1638391" y="26514"/>
                </a:lnTo>
                <a:lnTo>
                  <a:pt x="1673530" y="46152"/>
                </a:lnTo>
                <a:lnTo>
                  <a:pt x="1707129" y="72060"/>
                </a:lnTo>
                <a:lnTo>
                  <a:pt x="1735055" y="101053"/>
                </a:lnTo>
                <a:lnTo>
                  <a:pt x="1759687" y="135599"/>
                </a:lnTo>
                <a:lnTo>
                  <a:pt x="1777994" y="171450"/>
                </a:lnTo>
                <a:lnTo>
                  <a:pt x="1791537" y="211658"/>
                </a:lnTo>
                <a:lnTo>
                  <a:pt x="1798650" y="251280"/>
                </a:lnTo>
                <a:lnTo>
                  <a:pt x="1800224" y="280987"/>
                </a:lnTo>
                <a:lnTo>
                  <a:pt x="1800224" y="3309937"/>
                </a:lnTo>
                <a:lnTo>
                  <a:pt x="1797341" y="3350090"/>
                </a:lnTo>
                <a:lnTo>
                  <a:pt x="1788749" y="3389417"/>
                </a:lnTo>
                <a:lnTo>
                  <a:pt x="1773710" y="3429090"/>
                </a:lnTo>
                <a:lnTo>
                  <a:pt x="1754072" y="3464230"/>
                </a:lnTo>
                <a:lnTo>
                  <a:pt x="1728164" y="3497829"/>
                </a:lnTo>
                <a:lnTo>
                  <a:pt x="1699171" y="3525755"/>
                </a:lnTo>
                <a:lnTo>
                  <a:pt x="1664625" y="3550387"/>
                </a:lnTo>
                <a:lnTo>
                  <a:pt x="1628774" y="3568694"/>
                </a:lnTo>
                <a:lnTo>
                  <a:pt x="1588566" y="3582237"/>
                </a:lnTo>
                <a:lnTo>
                  <a:pt x="1548944" y="3589350"/>
                </a:lnTo>
                <a:lnTo>
                  <a:pt x="1519237" y="3590924"/>
                </a:lnTo>
                <a:lnTo>
                  <a:pt x="280987" y="3590924"/>
                </a:lnTo>
                <a:lnTo>
                  <a:pt x="240833" y="3588041"/>
                </a:lnTo>
                <a:lnTo>
                  <a:pt x="201506" y="3579449"/>
                </a:lnTo>
                <a:lnTo>
                  <a:pt x="161833" y="3564409"/>
                </a:lnTo>
                <a:lnTo>
                  <a:pt x="126694" y="3544772"/>
                </a:lnTo>
                <a:lnTo>
                  <a:pt x="93094" y="3518864"/>
                </a:lnTo>
                <a:lnTo>
                  <a:pt x="65168" y="3489871"/>
                </a:lnTo>
                <a:lnTo>
                  <a:pt x="40537" y="3455324"/>
                </a:lnTo>
                <a:lnTo>
                  <a:pt x="22229" y="3419474"/>
                </a:lnTo>
                <a:lnTo>
                  <a:pt x="8686" y="3379265"/>
                </a:lnTo>
                <a:lnTo>
                  <a:pt x="1574" y="3339644"/>
                </a:lnTo>
                <a:lnTo>
                  <a:pt x="0" y="330993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3" name="object 273"/>
          <p:cNvSpPr/>
          <p:nvPr/>
        </p:nvSpPr>
        <p:spPr>
          <a:xfrm>
            <a:off x="11315699" y="552449"/>
            <a:ext cx="962024" cy="219074"/>
          </a:xfrm>
          <a:custGeom>
            <a:avLst/>
            <a:gdLst/>
            <a:ahLst/>
            <a:cxnLst/>
            <a:rect b="b" l="l" r="r" t="t"/>
            <a:pathLst>
              <a:path h="219074" w="962024">
                <a:moveTo>
                  <a:pt x="0" y="0"/>
                </a:moveTo>
                <a:lnTo>
                  <a:pt x="962024" y="0"/>
                </a:lnTo>
                <a:lnTo>
                  <a:pt x="9620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4" name="object 274"/>
          <p:cNvSpPr/>
          <p:nvPr/>
        </p:nvSpPr>
        <p:spPr>
          <a:xfrm>
            <a:off x="11506199" y="79057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5" name="object 275"/>
          <p:cNvSpPr/>
          <p:nvPr/>
        </p:nvSpPr>
        <p:spPr>
          <a:xfrm>
            <a:off x="11506199" y="102869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6" name="object 276"/>
          <p:cNvSpPr/>
          <p:nvPr/>
        </p:nvSpPr>
        <p:spPr>
          <a:xfrm>
            <a:off x="11506199" y="126682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7" name="object 277"/>
          <p:cNvSpPr/>
          <p:nvPr/>
        </p:nvSpPr>
        <p:spPr>
          <a:xfrm>
            <a:off x="11506199" y="150494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8" name="object 278"/>
          <p:cNvSpPr/>
          <p:nvPr/>
        </p:nvSpPr>
        <p:spPr>
          <a:xfrm>
            <a:off x="11506199" y="174307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9" name="object 279"/>
          <p:cNvSpPr/>
          <p:nvPr/>
        </p:nvSpPr>
        <p:spPr>
          <a:xfrm>
            <a:off x="11506199" y="198119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0" name="object 280"/>
          <p:cNvSpPr/>
          <p:nvPr/>
        </p:nvSpPr>
        <p:spPr>
          <a:xfrm>
            <a:off x="11506199" y="221932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1" name="object 281"/>
          <p:cNvSpPr/>
          <p:nvPr/>
        </p:nvSpPr>
        <p:spPr>
          <a:xfrm>
            <a:off x="11506199" y="245744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2" name="object 282"/>
          <p:cNvSpPr/>
          <p:nvPr/>
        </p:nvSpPr>
        <p:spPr>
          <a:xfrm>
            <a:off x="11506199" y="269557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3" name="object 283"/>
          <p:cNvSpPr/>
          <p:nvPr/>
        </p:nvSpPr>
        <p:spPr>
          <a:xfrm>
            <a:off x="11506199" y="293369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4" name="object 284"/>
          <p:cNvSpPr/>
          <p:nvPr/>
        </p:nvSpPr>
        <p:spPr>
          <a:xfrm>
            <a:off x="11506199" y="317182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5" name="object 285"/>
          <p:cNvSpPr/>
          <p:nvPr/>
        </p:nvSpPr>
        <p:spPr>
          <a:xfrm>
            <a:off x="11506199" y="340994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4972049" y="5381624"/>
            <a:ext cx="1214437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6" name="object 96"/>
          <p:cNvSpPr txBox="1"/>
          <p:nvPr/>
        </p:nvSpPr>
        <p:spPr>
          <a:xfrm>
            <a:off x="6186487" y="5381624"/>
            <a:ext cx="1333499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5" name="object 95"/>
          <p:cNvSpPr txBox="1"/>
          <p:nvPr/>
        </p:nvSpPr>
        <p:spPr>
          <a:xfrm>
            <a:off x="7519987" y="5381624"/>
            <a:ext cx="1362074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4" name="object 94"/>
          <p:cNvSpPr txBox="1"/>
          <p:nvPr/>
        </p:nvSpPr>
        <p:spPr>
          <a:xfrm>
            <a:off x="8882062" y="5381624"/>
            <a:ext cx="723899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3" name="object 93"/>
          <p:cNvSpPr txBox="1"/>
          <p:nvPr/>
        </p:nvSpPr>
        <p:spPr>
          <a:xfrm>
            <a:off x="9605962" y="5381624"/>
            <a:ext cx="1209674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2" name="object 92"/>
          <p:cNvSpPr txBox="1"/>
          <p:nvPr/>
        </p:nvSpPr>
        <p:spPr>
          <a:xfrm>
            <a:off x="10815637" y="5381624"/>
            <a:ext cx="1166812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1" name="object 91"/>
          <p:cNvSpPr txBox="1"/>
          <p:nvPr/>
        </p:nvSpPr>
        <p:spPr>
          <a:xfrm>
            <a:off x="4972049" y="5662612"/>
            <a:ext cx="1214437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0" name="object 90"/>
          <p:cNvSpPr txBox="1"/>
          <p:nvPr/>
        </p:nvSpPr>
        <p:spPr>
          <a:xfrm>
            <a:off x="6186487" y="5662612"/>
            <a:ext cx="1333499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9" name="object 89"/>
          <p:cNvSpPr txBox="1"/>
          <p:nvPr/>
        </p:nvSpPr>
        <p:spPr>
          <a:xfrm>
            <a:off x="7519987" y="5662612"/>
            <a:ext cx="1362074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8" name="object 88"/>
          <p:cNvSpPr txBox="1"/>
          <p:nvPr/>
        </p:nvSpPr>
        <p:spPr>
          <a:xfrm>
            <a:off x="8882062" y="5662612"/>
            <a:ext cx="723899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7" name="object 87"/>
          <p:cNvSpPr txBox="1"/>
          <p:nvPr/>
        </p:nvSpPr>
        <p:spPr>
          <a:xfrm>
            <a:off x="9605962" y="5662612"/>
            <a:ext cx="1209674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6" name="object 86"/>
          <p:cNvSpPr txBox="1"/>
          <p:nvPr/>
        </p:nvSpPr>
        <p:spPr>
          <a:xfrm>
            <a:off x="10815637" y="5662612"/>
            <a:ext cx="1166812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5" name="object 85"/>
          <p:cNvSpPr txBox="1"/>
          <p:nvPr/>
        </p:nvSpPr>
        <p:spPr>
          <a:xfrm>
            <a:off x="4972049" y="5867399"/>
            <a:ext cx="1214437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4" name="object 84"/>
          <p:cNvSpPr txBox="1"/>
          <p:nvPr/>
        </p:nvSpPr>
        <p:spPr>
          <a:xfrm>
            <a:off x="6186487" y="5867399"/>
            <a:ext cx="1333499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3" name="object 83"/>
          <p:cNvSpPr txBox="1"/>
          <p:nvPr/>
        </p:nvSpPr>
        <p:spPr>
          <a:xfrm>
            <a:off x="7519987" y="5867399"/>
            <a:ext cx="1362074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2" name="object 82"/>
          <p:cNvSpPr txBox="1"/>
          <p:nvPr/>
        </p:nvSpPr>
        <p:spPr>
          <a:xfrm>
            <a:off x="8882062" y="5867399"/>
            <a:ext cx="723899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1" name="object 81"/>
          <p:cNvSpPr txBox="1"/>
          <p:nvPr/>
        </p:nvSpPr>
        <p:spPr>
          <a:xfrm>
            <a:off x="9605962" y="5867399"/>
            <a:ext cx="1209674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0" name="object 80"/>
          <p:cNvSpPr txBox="1"/>
          <p:nvPr/>
        </p:nvSpPr>
        <p:spPr>
          <a:xfrm>
            <a:off x="10815637" y="5867399"/>
            <a:ext cx="1166812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9" name="object 79"/>
          <p:cNvSpPr txBox="1"/>
          <p:nvPr/>
        </p:nvSpPr>
        <p:spPr>
          <a:xfrm>
            <a:off x="4972049" y="6062662"/>
            <a:ext cx="1214437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8" name="object 78"/>
          <p:cNvSpPr txBox="1"/>
          <p:nvPr/>
        </p:nvSpPr>
        <p:spPr>
          <a:xfrm>
            <a:off x="6186487" y="6062662"/>
            <a:ext cx="1333499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7" name="object 77"/>
          <p:cNvSpPr txBox="1"/>
          <p:nvPr/>
        </p:nvSpPr>
        <p:spPr>
          <a:xfrm>
            <a:off x="7519987" y="6062662"/>
            <a:ext cx="1362074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6" name="object 76"/>
          <p:cNvSpPr txBox="1"/>
          <p:nvPr/>
        </p:nvSpPr>
        <p:spPr>
          <a:xfrm>
            <a:off x="8882062" y="6062662"/>
            <a:ext cx="723899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5" name="object 75"/>
          <p:cNvSpPr txBox="1"/>
          <p:nvPr/>
        </p:nvSpPr>
        <p:spPr>
          <a:xfrm>
            <a:off x="9605962" y="6062662"/>
            <a:ext cx="1209674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4" name="object 74"/>
          <p:cNvSpPr txBox="1"/>
          <p:nvPr/>
        </p:nvSpPr>
        <p:spPr>
          <a:xfrm>
            <a:off x="10815637" y="6062662"/>
            <a:ext cx="1166812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3" name="object 73"/>
          <p:cNvSpPr txBox="1"/>
          <p:nvPr/>
        </p:nvSpPr>
        <p:spPr>
          <a:xfrm>
            <a:off x="4972049" y="6267449"/>
            <a:ext cx="1214437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2" name="object 72"/>
          <p:cNvSpPr txBox="1"/>
          <p:nvPr/>
        </p:nvSpPr>
        <p:spPr>
          <a:xfrm>
            <a:off x="6186487" y="6267449"/>
            <a:ext cx="1333499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1" name="object 71"/>
          <p:cNvSpPr txBox="1"/>
          <p:nvPr/>
        </p:nvSpPr>
        <p:spPr>
          <a:xfrm>
            <a:off x="7519987" y="6267449"/>
            <a:ext cx="1362074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0" name="object 70"/>
          <p:cNvSpPr txBox="1"/>
          <p:nvPr/>
        </p:nvSpPr>
        <p:spPr>
          <a:xfrm>
            <a:off x="8882062" y="6267449"/>
            <a:ext cx="723899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9" name="object 69"/>
          <p:cNvSpPr txBox="1"/>
          <p:nvPr/>
        </p:nvSpPr>
        <p:spPr>
          <a:xfrm>
            <a:off x="9605962" y="6267449"/>
            <a:ext cx="1209674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8" name="object 68"/>
          <p:cNvSpPr txBox="1"/>
          <p:nvPr/>
        </p:nvSpPr>
        <p:spPr>
          <a:xfrm>
            <a:off x="10815637" y="6267449"/>
            <a:ext cx="1166812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7" name="object 67"/>
          <p:cNvSpPr txBox="1"/>
          <p:nvPr/>
        </p:nvSpPr>
        <p:spPr>
          <a:xfrm>
            <a:off x="4972049" y="6457949"/>
            <a:ext cx="1214437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6" name="object 66"/>
          <p:cNvSpPr txBox="1"/>
          <p:nvPr/>
        </p:nvSpPr>
        <p:spPr>
          <a:xfrm>
            <a:off x="6186487" y="6457949"/>
            <a:ext cx="13334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5" name="object 65"/>
          <p:cNvSpPr txBox="1"/>
          <p:nvPr/>
        </p:nvSpPr>
        <p:spPr>
          <a:xfrm>
            <a:off x="7519987" y="6457949"/>
            <a:ext cx="136207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4" name="object 64"/>
          <p:cNvSpPr txBox="1"/>
          <p:nvPr/>
        </p:nvSpPr>
        <p:spPr>
          <a:xfrm>
            <a:off x="8882062" y="6457949"/>
            <a:ext cx="7238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3" name="object 63"/>
          <p:cNvSpPr txBox="1"/>
          <p:nvPr/>
        </p:nvSpPr>
        <p:spPr>
          <a:xfrm>
            <a:off x="9605962" y="6457949"/>
            <a:ext cx="120967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2" name="object 62"/>
          <p:cNvSpPr txBox="1"/>
          <p:nvPr/>
        </p:nvSpPr>
        <p:spPr>
          <a:xfrm>
            <a:off x="10815637" y="6457949"/>
            <a:ext cx="116681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1" name="object 61"/>
          <p:cNvSpPr txBox="1"/>
          <p:nvPr/>
        </p:nvSpPr>
        <p:spPr>
          <a:xfrm>
            <a:off x="495299" y="5381624"/>
            <a:ext cx="1528762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0" name="object 60"/>
          <p:cNvSpPr txBox="1"/>
          <p:nvPr/>
        </p:nvSpPr>
        <p:spPr>
          <a:xfrm>
            <a:off x="2024062" y="5381624"/>
            <a:ext cx="1257299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9" name="object 59"/>
          <p:cNvSpPr txBox="1"/>
          <p:nvPr/>
        </p:nvSpPr>
        <p:spPr>
          <a:xfrm>
            <a:off x="3281362" y="5381624"/>
            <a:ext cx="1433512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8" name="object 58"/>
          <p:cNvSpPr txBox="1"/>
          <p:nvPr/>
        </p:nvSpPr>
        <p:spPr>
          <a:xfrm>
            <a:off x="495299" y="5662612"/>
            <a:ext cx="1528762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7" name="object 57"/>
          <p:cNvSpPr txBox="1"/>
          <p:nvPr/>
        </p:nvSpPr>
        <p:spPr>
          <a:xfrm>
            <a:off x="2024062" y="5662612"/>
            <a:ext cx="1257299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6" name="object 56"/>
          <p:cNvSpPr txBox="1"/>
          <p:nvPr/>
        </p:nvSpPr>
        <p:spPr>
          <a:xfrm>
            <a:off x="3281362" y="5662612"/>
            <a:ext cx="1433512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5" name="object 55"/>
          <p:cNvSpPr txBox="1"/>
          <p:nvPr/>
        </p:nvSpPr>
        <p:spPr>
          <a:xfrm>
            <a:off x="495299" y="5867399"/>
            <a:ext cx="1528762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4" name="object 54"/>
          <p:cNvSpPr txBox="1"/>
          <p:nvPr/>
        </p:nvSpPr>
        <p:spPr>
          <a:xfrm>
            <a:off x="2024062" y="5867399"/>
            <a:ext cx="1257299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3281362" y="5867399"/>
            <a:ext cx="1433512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2" name="object 52"/>
          <p:cNvSpPr txBox="1"/>
          <p:nvPr/>
        </p:nvSpPr>
        <p:spPr>
          <a:xfrm>
            <a:off x="495299" y="6057899"/>
            <a:ext cx="152876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1" name="object 51"/>
          <p:cNvSpPr txBox="1"/>
          <p:nvPr/>
        </p:nvSpPr>
        <p:spPr>
          <a:xfrm>
            <a:off x="2024062" y="6057899"/>
            <a:ext cx="12572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0" name="object 50"/>
          <p:cNvSpPr txBox="1"/>
          <p:nvPr/>
        </p:nvSpPr>
        <p:spPr>
          <a:xfrm>
            <a:off x="3281362" y="6057899"/>
            <a:ext cx="143351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9" name="object 49"/>
          <p:cNvSpPr txBox="1"/>
          <p:nvPr/>
        </p:nvSpPr>
        <p:spPr>
          <a:xfrm>
            <a:off x="8117300" y="4252563"/>
            <a:ext cx="442738" cy="50180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8" name="object 48"/>
          <p:cNvSpPr txBox="1"/>
          <p:nvPr/>
        </p:nvSpPr>
        <p:spPr>
          <a:xfrm>
            <a:off x="7434409" y="3695002"/>
            <a:ext cx="1808521" cy="50180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7" name="object 47"/>
          <p:cNvSpPr txBox="1"/>
          <p:nvPr/>
        </p:nvSpPr>
        <p:spPr>
          <a:xfrm>
            <a:off x="7331103" y="3137441"/>
            <a:ext cx="2015132" cy="50180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6" name="object 46"/>
          <p:cNvSpPr txBox="1"/>
          <p:nvPr/>
        </p:nvSpPr>
        <p:spPr>
          <a:xfrm>
            <a:off x="6218890" y="2579880"/>
            <a:ext cx="4239559" cy="50180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5" name="object 45"/>
          <p:cNvSpPr txBox="1"/>
          <p:nvPr/>
        </p:nvSpPr>
        <p:spPr>
          <a:xfrm>
            <a:off x="433387" y="1985962"/>
            <a:ext cx="4381499" cy="315753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4" name="object 44"/>
          <p:cNvSpPr txBox="1"/>
          <p:nvPr/>
        </p:nvSpPr>
        <p:spPr>
          <a:xfrm>
            <a:off x="433387" y="5143499"/>
            <a:ext cx="4381499" cy="170973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3" name="object 43"/>
          <p:cNvSpPr txBox="1"/>
          <p:nvPr/>
        </p:nvSpPr>
        <p:spPr>
          <a:xfrm>
            <a:off x="4972049" y="552449"/>
            <a:ext cx="1214437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6186487" y="552449"/>
            <a:ext cx="1681162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1" name="object 41"/>
          <p:cNvSpPr txBox="1"/>
          <p:nvPr/>
        </p:nvSpPr>
        <p:spPr>
          <a:xfrm>
            <a:off x="4972049" y="833437"/>
            <a:ext cx="1214437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6186487" y="833437"/>
            <a:ext cx="168116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4972049" y="1033462"/>
            <a:ext cx="1214437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8" name="object 38"/>
          <p:cNvSpPr txBox="1"/>
          <p:nvPr/>
        </p:nvSpPr>
        <p:spPr>
          <a:xfrm>
            <a:off x="6186487" y="1033462"/>
            <a:ext cx="1681162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4972049" y="1238249"/>
            <a:ext cx="1214437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6186487" y="1238249"/>
            <a:ext cx="168116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5" name="object 35"/>
          <p:cNvSpPr txBox="1"/>
          <p:nvPr/>
        </p:nvSpPr>
        <p:spPr>
          <a:xfrm>
            <a:off x="4972049" y="1438274"/>
            <a:ext cx="1214437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6186487" y="1438274"/>
            <a:ext cx="1681162" cy="1904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9258299" y="552449"/>
            <a:ext cx="1142999" cy="2285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9258299" y="781049"/>
            <a:ext cx="1142999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9258299" y="1019174"/>
            <a:ext cx="1142999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9258299" y="1257299"/>
            <a:ext cx="1142999" cy="2285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228599" y="228599"/>
            <a:ext cx="12191999" cy="90487"/>
          </a:xfrm>
          <a:prstGeom prst="rect">
            <a:avLst/>
          </a:prstGeom>
        </p:spPr>
        <p:txBody>
          <a:bodyPr bIns="0" lIns="0" rIns="0" rtlCol="0" tIns="1587" wrap="square">
            <a:noAutofit/>
          </a:bodyPr>
          <a:lstStyle/>
          <a:p>
            <a:pPr marL="25400">
              <a:lnSpc>
                <a:spcPts val="700"/>
              </a:lnSpc>
            </a:pPr>
            <a:endParaRPr sz="700"/>
          </a:p>
        </p:txBody>
      </p:sp>
      <p:sp>
        <p:nvSpPr>
          <p:cNvPr id="28" name="object 28"/>
          <p:cNvSpPr txBox="1"/>
          <p:nvPr/>
        </p:nvSpPr>
        <p:spPr>
          <a:xfrm>
            <a:off x="228599" y="319087"/>
            <a:ext cx="4681537" cy="1438274"/>
          </a:xfrm>
          <a:prstGeom prst="rect">
            <a:avLst/>
          </a:prstGeom>
        </p:spPr>
        <p:txBody>
          <a:bodyPr bIns="0" lIns="0" rIns="0" rtlCol="0" tIns="190" wrap="square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algn="ctr" indent="-74" marL="1653925" marR="1363413">
              <a:lnSpc>
                <a:spcPts val="2170"/>
              </a:lnSpc>
              <a:spcBef>
                <a:spcPts val="108"/>
              </a:spcBef>
            </a:pPr>
            <a:r>
              <a:rPr b="1" dirty="0" smtClean="0" sz="1800">
                <a:solidFill>
                  <a:srgbClr val="252423"/>
                </a:solidFill>
                <a:latin typeface="Verdana"/>
                <a:cs typeface="Verdana"/>
              </a:rPr>
              <a:t>Syria</a:t>
            </a:r>
            <a:r>
              <a:rPr b="1" dirty="0" smtClean="0" sz="18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z="1800">
                <a:solidFill>
                  <a:srgbClr val="252423"/>
                </a:solidFill>
                <a:latin typeface="Verdana"/>
                <a:cs typeface="Verdana"/>
              </a:rPr>
              <a:t>Intervention</a:t>
            </a:r>
            <a:r>
              <a:rPr b="1" dirty="0" smtClean="0" sz="18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z="1800">
                <a:solidFill>
                  <a:srgbClr val="252423"/>
                </a:solidFill>
                <a:latin typeface="Verdana"/>
                <a:cs typeface="Verdana"/>
              </a:rPr>
              <a:t>Dashboard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10137" y="319087"/>
            <a:ext cx="3200399" cy="1438274"/>
          </a:xfrm>
          <a:prstGeom prst="rect">
            <a:avLst/>
          </a:prstGeom>
        </p:spPr>
        <p:txBody>
          <a:bodyPr bIns="0" lIns="0" rIns="0" rtlCol="0" tIns="9779" wrap="square">
            <a:noAutofit/>
          </a:bodyPr>
          <a:lstStyle/>
          <a:p>
            <a:pPr marL="52387">
              <a:lnSpc>
                <a:spcPts val="1540"/>
              </a:lnSpc>
            </a:pP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v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er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g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e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D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ep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endenc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y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R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ti</a:t>
            </a:r>
            <a:r>
              <a:rPr dirty="0" smtClean="0" spc="-14" sz="1400">
                <a:solidFill>
                  <a:srgbClr val="252423"/>
                </a:solidFill>
                <a:latin typeface="Times New Roman"/>
                <a:cs typeface="Times New Roman"/>
              </a:rPr>
              <a:t>o</a:t>
            </a:r>
            <a:endParaRPr sz="1400">
              <a:latin typeface="Times New Roman"/>
              <a:cs typeface="Times New Roman"/>
            </a:endParaRPr>
          </a:p>
          <a:p>
            <a:pPr marL="109537">
              <a:lnSpc>
                <a:spcPct val="101277"/>
              </a:lnSpc>
              <a:spcBef>
                <a:spcPts val="313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Area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11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-25" sz="1100">
                <a:solidFill>
                  <a:srgbClr val="252423"/>
                </a:solidFill>
                <a:latin typeface="Verdana"/>
                <a:cs typeface="Verdana"/>
              </a:rPr>
              <a:t>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vg_Dependency</a:t>
            </a:r>
            <a:r>
              <a:rPr dirty="0" smtClean="0" spc="-19" sz="1100">
                <a:solidFill>
                  <a:srgbClr val="252423"/>
                </a:solidFill>
                <a:latin typeface="Verdana"/>
                <a:cs typeface="Verdana"/>
              </a:rPr>
              <a:t>R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atio</a:t>
            </a:r>
            <a:endParaRPr sz="1100">
              <a:latin typeface="Verdana"/>
              <a:cs typeface="Verdana"/>
            </a:endParaRPr>
          </a:p>
          <a:p>
            <a:pPr marL="109537">
              <a:lnSpc>
                <a:spcPct val="101277"/>
              </a:lnSpc>
              <a:spcBef>
                <a:spcPts val="913"/>
              </a:spcBef>
            </a:pPr>
            <a:r>
              <a:rPr dirty="0" smtClean="0" spc="-39" sz="1100">
                <a:solidFill>
                  <a:srgbClr val="252423"/>
                </a:solidFill>
                <a:latin typeface="Verdana"/>
                <a:cs typeface="Verdana"/>
              </a:rPr>
              <a:t>K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obane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               </a:t>
            </a:r>
            <a:r>
              <a:rPr dirty="0" smtClean="0" spc="1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2.40</a:t>
            </a:r>
            <a:endParaRPr sz="1100">
              <a:latin typeface="Verdana"/>
              <a:cs typeface="Verdana"/>
            </a:endParaRPr>
          </a:p>
          <a:p>
            <a:pPr marL="109537">
              <a:lnSpc>
                <a:spcPct val="101277"/>
              </a:lnSpc>
              <a:spcBef>
                <a:spcPts val="235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Manbij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                </a:t>
            </a:r>
            <a:r>
              <a:rPr dirty="0" smtClean="0" spc="7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2.34</a:t>
            </a:r>
            <a:endParaRPr sz="1100">
              <a:latin typeface="Verdana"/>
              <a:cs typeface="Verdana"/>
            </a:endParaRPr>
          </a:p>
          <a:p>
            <a:pPr marL="109537" marR="265084">
              <a:lnSpc>
                <a:spcPts val="1336"/>
              </a:lnSpc>
              <a:spcBef>
                <a:spcPts val="235"/>
              </a:spcBef>
            </a:pPr>
            <a:r>
              <a:rPr dirty="0" smtClean="0" spc="-19" sz="1100">
                <a:solidFill>
                  <a:srgbClr val="252423"/>
                </a:solidFill>
                <a:latin typeface="Verdana"/>
                <a:cs typeface="Verdana"/>
              </a:rPr>
              <a:t>R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aqqa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                </a:t>
            </a:r>
            <a:r>
              <a:rPr dirty="0" smtClean="0" spc="29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2.39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  <a:p>
            <a:pPr marL="109537" marR="265084">
              <a:lnSpc>
                <a:spcPts val="1336"/>
              </a:lnSpc>
              <a:spcBef>
                <a:spcPts val="237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z_Not_Supplied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   </a:t>
            </a:r>
            <a:r>
              <a:rPr dirty="0" smtClean="0" spc="7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2.35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10537" y="319087"/>
            <a:ext cx="4310062" cy="233362"/>
          </a:xfrm>
          <a:prstGeom prst="rect">
            <a:avLst/>
          </a:prstGeom>
        </p:spPr>
        <p:txBody>
          <a:bodyPr bIns="0" lIns="0" rIns="0" rtlCol="0" tIns="8064" wrap="square">
            <a:noAutofit/>
          </a:bodyPr>
          <a:lstStyle/>
          <a:p>
            <a:pPr marL="1148208">
              <a:lnSpc>
                <a:spcPts val="1270"/>
              </a:lnSpc>
            </a:pPr>
            <a:r>
              <a:rPr dirty="0" smtClean="0" spc="-44" sz="1200">
                <a:solidFill>
                  <a:srgbClr val="252423"/>
                </a:solidFill>
                <a:latin typeface="Times New Roman"/>
                <a:cs typeface="Times New Roman"/>
              </a:rPr>
              <a:t>F</a:t>
            </a:r>
            <a:r>
              <a:rPr dirty="0" smtClean="0" spc="0" sz="1200">
                <a:solidFill>
                  <a:srgbClr val="252423"/>
                </a:solidFill>
                <a:latin typeface="Times New Roman"/>
                <a:cs typeface="Times New Roman"/>
              </a:rPr>
              <a:t>ilter</a:t>
            </a:r>
            <a:r>
              <a:rPr dirty="0" smtClean="0" spc="-8" sz="12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83" sz="1200">
                <a:solidFill>
                  <a:srgbClr val="252423"/>
                </a:solidFill>
                <a:latin typeface="Times New Roman"/>
                <a:cs typeface="Times New Roman"/>
              </a:rPr>
              <a:t>By</a:t>
            </a:r>
            <a:r>
              <a:rPr dirty="0" smtClean="0" spc="-19" sz="12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0" sz="1200">
                <a:solidFill>
                  <a:srgbClr val="252423"/>
                </a:solidFill>
                <a:latin typeface="Times New Roman"/>
                <a:cs typeface="Times New Roman"/>
              </a:rPr>
              <a:t>Area</a:t>
            </a:r>
            <a:r>
              <a:rPr dirty="0" smtClean="0" spc="0" sz="1200">
                <a:solidFill>
                  <a:srgbClr val="252423"/>
                </a:solidFill>
                <a:latin typeface="Times New Roman"/>
                <a:cs typeface="Times New Roman"/>
              </a:rPr>
              <a:t>                     </a:t>
            </a:r>
            <a:r>
              <a:rPr dirty="0" smtClean="0" spc="213" sz="12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44" sz="1200">
                <a:solidFill>
                  <a:srgbClr val="252423"/>
                </a:solidFill>
                <a:latin typeface="Times New Roman"/>
                <a:cs typeface="Times New Roman"/>
              </a:rPr>
              <a:t>F</a:t>
            </a:r>
            <a:r>
              <a:rPr dirty="0" smtClean="0" spc="0" sz="1200">
                <a:solidFill>
                  <a:srgbClr val="252423"/>
                </a:solidFill>
                <a:latin typeface="Times New Roman"/>
                <a:cs typeface="Times New Roman"/>
              </a:rPr>
              <a:t>ilter</a:t>
            </a:r>
            <a:r>
              <a:rPr dirty="0" smtClean="0" spc="-8" sz="12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83" sz="1200">
                <a:solidFill>
                  <a:srgbClr val="252423"/>
                </a:solidFill>
                <a:latin typeface="Times New Roman"/>
                <a:cs typeface="Times New Roman"/>
              </a:rPr>
              <a:t>By</a:t>
            </a:r>
            <a:r>
              <a:rPr dirty="0" smtClean="0" spc="-19" sz="12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337" sz="1200">
                <a:solidFill>
                  <a:srgbClr val="252423"/>
                </a:solidFill>
                <a:latin typeface="Times New Roman"/>
                <a:cs typeface="Times New Roman"/>
              </a:rPr>
              <a:t>Y</a:t>
            </a:r>
            <a:r>
              <a:rPr dirty="0" smtClean="0" spc="-10" sz="1200">
                <a:solidFill>
                  <a:srgbClr val="252423"/>
                </a:solidFill>
                <a:latin typeface="Times New Roman"/>
                <a:cs typeface="Times New Roman"/>
              </a:rPr>
              <a:t>ear/Mth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10537" y="552449"/>
            <a:ext cx="3205162" cy="228599"/>
          </a:xfrm>
          <a:prstGeom prst="rect">
            <a:avLst/>
          </a:prstGeom>
        </p:spPr>
        <p:txBody>
          <a:bodyPr bIns="0" lIns="0" rIns="0" rtlCol="0" tIns="7620" wrap="square">
            <a:noAutofit/>
          </a:bodyPr>
          <a:lstStyle/>
          <a:p>
            <a:pPr marL="909637">
              <a:lnSpc>
                <a:spcPts val="1294"/>
              </a:lnSpc>
            </a:pP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71" sz="1300">
                <a:latin typeface="Times New Roman"/>
                <a:cs typeface="Times New Roman"/>
              </a:rPr>
              <a:t>K</a:t>
            </a:r>
            <a:r>
              <a:rPr dirty="0" smtClean="0" spc="-25" sz="1300">
                <a:latin typeface="Times New Roman"/>
                <a:cs typeface="Times New Roman"/>
              </a:rPr>
              <a:t>ob</a:t>
            </a:r>
            <a:r>
              <a:rPr dirty="0" smtClean="0" spc="-23" sz="1300">
                <a:latin typeface="Times New Roman"/>
                <a:cs typeface="Times New Roman"/>
              </a:rPr>
              <a:t>a</a:t>
            </a:r>
            <a:r>
              <a:rPr dirty="0" smtClean="0" spc="-25" sz="1300">
                <a:latin typeface="Times New Roman"/>
                <a:cs typeface="Times New Roman"/>
              </a:rPr>
              <a:t>ne</a:t>
            </a:r>
            <a:r>
              <a:rPr dirty="0" smtClean="0" spc="-12" sz="1300">
                <a:latin typeface="Times New Roman"/>
                <a:cs typeface="Times New Roman"/>
              </a:rPr>
              <a:t>                          </a:t>
            </a:r>
            <a:r>
              <a:rPr dirty="0" smtClean="0" spc="43" sz="1300">
                <a:latin typeface="Times New Roman"/>
                <a:cs typeface="Times New Roman"/>
              </a:rPr>
              <a:t> </a:t>
            </a:r>
            <a:r>
              <a:rPr baseline="-7692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</a:t>
            </a:r>
            <a:r>
              <a:rPr baseline="-7692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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315699" y="552449"/>
            <a:ext cx="962024" cy="228599"/>
          </a:xfrm>
          <a:prstGeom prst="rect">
            <a:avLst/>
          </a:prstGeom>
        </p:spPr>
        <p:txBody>
          <a:bodyPr bIns="0" lIns="0" rIns="0" rtlCol="0" tIns="7620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z="1300">
                <a:latin typeface="Times New Roman"/>
                <a:cs typeface="Times New Roman"/>
              </a:rPr>
              <a:t>2021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77724" y="552449"/>
            <a:ext cx="142874" cy="120491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8110537" y="781049"/>
            <a:ext cx="3395662" cy="976312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 marL="909637">
              <a:lnSpc>
                <a:spcPts val="1294"/>
              </a:lnSpc>
            </a:pP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127" sz="1300">
                <a:latin typeface="Times New Roman"/>
                <a:cs typeface="Times New Roman"/>
              </a:rPr>
              <a:t>M</a:t>
            </a:r>
            <a:r>
              <a:rPr dirty="0" smtClean="0" spc="-63" sz="1300">
                <a:latin typeface="Times New Roman"/>
                <a:cs typeface="Times New Roman"/>
              </a:rPr>
              <a:t>a</a:t>
            </a:r>
            <a:r>
              <a:rPr dirty="0" smtClean="0" spc="-71" sz="1300">
                <a:latin typeface="Times New Roman"/>
                <a:cs typeface="Times New Roman"/>
              </a:rPr>
              <a:t>nb</a:t>
            </a:r>
            <a:r>
              <a:rPr dirty="0" smtClean="0" spc="-39" sz="1300">
                <a:latin typeface="Times New Roman"/>
                <a:cs typeface="Times New Roman"/>
              </a:rPr>
              <a:t>i</a:t>
            </a:r>
            <a:r>
              <a:rPr dirty="0" smtClean="0" spc="-39" sz="1300">
                <a:latin typeface="Times New Roman"/>
                <a:cs typeface="Times New Roman"/>
              </a:rPr>
              <a:t>j</a:t>
            </a:r>
            <a:r>
              <a:rPr dirty="0" smtClean="0" spc="-35" sz="1300">
                <a:latin typeface="Times New Roman"/>
                <a:cs typeface="Times New Roman"/>
              </a:rPr>
              <a:t>                                   </a:t>
            </a:r>
            <a:r>
              <a:rPr dirty="0" smtClean="0" spc="38" sz="1300">
                <a:latin typeface="Times New Roman"/>
                <a:cs typeface="Times New Roman"/>
              </a:rPr>
              <a:t> </a:t>
            </a:r>
            <a:r>
              <a:rPr baseline="-7692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  <a:p>
            <a:pPr marL="909637">
              <a:lnSpc>
                <a:spcPts val="1294"/>
              </a:lnSpc>
              <a:spcBef>
                <a:spcPts val="580"/>
              </a:spcBef>
            </a:pP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0" sz="1300">
                <a:latin typeface="Times New Roman"/>
                <a:cs typeface="Times New Roman"/>
              </a:rPr>
              <a:t>R</a:t>
            </a:r>
            <a:r>
              <a:rPr dirty="0" smtClean="0" spc="0" sz="1300">
                <a:latin typeface="Times New Roman"/>
                <a:cs typeface="Times New Roman"/>
              </a:rPr>
              <a:t>a</a:t>
            </a:r>
            <a:r>
              <a:rPr dirty="0" smtClean="0" spc="0" sz="1300">
                <a:latin typeface="Times New Roman"/>
                <a:cs typeface="Times New Roman"/>
              </a:rPr>
              <a:t>qq</a:t>
            </a:r>
            <a:r>
              <a:rPr dirty="0" smtClean="0" spc="0" sz="1300">
                <a:latin typeface="Times New Roman"/>
                <a:cs typeface="Times New Roman"/>
              </a:rPr>
              <a:t>a</a:t>
            </a:r>
            <a:r>
              <a:rPr dirty="0" smtClean="0" spc="0" sz="1300">
                <a:latin typeface="Times New Roman"/>
                <a:cs typeface="Times New Roman"/>
              </a:rPr>
              <a:t>                               </a:t>
            </a:r>
            <a:r>
              <a:rPr dirty="0" smtClean="0" spc="117" sz="1300">
                <a:latin typeface="Times New Roman"/>
                <a:cs typeface="Times New Roman"/>
              </a:rPr>
              <a:t> </a:t>
            </a:r>
            <a:r>
              <a:rPr baseline="-7692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  <a:p>
            <a:pPr marL="909637">
              <a:lnSpc>
                <a:spcPts val="1294"/>
              </a:lnSpc>
              <a:spcBef>
                <a:spcPts val="580"/>
              </a:spcBef>
            </a:pP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34" sz="1300">
                <a:latin typeface="Times New Roman"/>
                <a:cs typeface="Times New Roman"/>
              </a:rPr>
              <a:t>z</a:t>
            </a:r>
            <a:r>
              <a:rPr dirty="0" smtClean="0" spc="-47" sz="1300">
                <a:latin typeface="Times New Roman"/>
                <a:cs typeface="Times New Roman"/>
              </a:rPr>
              <a:t>_N</a:t>
            </a:r>
            <a:r>
              <a:rPr dirty="0" smtClean="0" spc="-36" sz="1300">
                <a:latin typeface="Times New Roman"/>
                <a:cs typeface="Times New Roman"/>
              </a:rPr>
              <a:t>ot_Su</a:t>
            </a:r>
            <a:r>
              <a:rPr dirty="0" smtClean="0" spc="-38" sz="1300">
                <a:latin typeface="Times New Roman"/>
                <a:cs typeface="Times New Roman"/>
              </a:rPr>
              <a:t>pp</a:t>
            </a:r>
            <a:r>
              <a:rPr dirty="0" smtClean="0" spc="-21" sz="1300">
                <a:latin typeface="Times New Roman"/>
                <a:cs typeface="Times New Roman"/>
              </a:rPr>
              <a:t>l</a:t>
            </a:r>
            <a:r>
              <a:rPr dirty="0" smtClean="0" spc="-21" sz="1300">
                <a:latin typeface="Times New Roman"/>
                <a:cs typeface="Times New Roman"/>
              </a:rPr>
              <a:t>i</a:t>
            </a:r>
            <a:r>
              <a:rPr dirty="0" smtClean="0" spc="-36" sz="1300">
                <a:latin typeface="Times New Roman"/>
                <a:cs typeface="Times New Roman"/>
              </a:rPr>
              <a:t>ed</a:t>
            </a:r>
            <a:r>
              <a:rPr dirty="0" smtClean="0" spc="-19" sz="1300">
                <a:latin typeface="Times New Roman"/>
                <a:cs typeface="Times New Roman"/>
              </a:rPr>
              <a:t>                  </a:t>
            </a:r>
            <a:r>
              <a:rPr dirty="0" smtClean="0" spc="48" sz="1300">
                <a:latin typeface="Times New Roman"/>
                <a:cs typeface="Times New Roman"/>
              </a:rPr>
              <a:t> </a:t>
            </a:r>
            <a:r>
              <a:rPr baseline="-7692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  <a:p>
            <a:pPr algn="r" marR="79456">
              <a:lnSpc>
                <a:spcPts val="1300"/>
              </a:lnSpc>
              <a:spcBef>
                <a:spcPts val="665"/>
              </a:spcBef>
            </a:pP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73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506199" y="781049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15" sz="1300">
                <a:latin typeface="Times New Roman"/>
                <a:cs typeface="Times New Roman"/>
              </a:rPr>
              <a:t>J</a:t>
            </a:r>
            <a:r>
              <a:rPr dirty="0" smtClean="0" spc="15" sz="1300">
                <a:latin typeface="Times New Roman"/>
                <a:cs typeface="Times New Roman"/>
              </a:rPr>
              <a:t>a</a:t>
            </a:r>
            <a:r>
              <a:rPr dirty="0" smtClean="0" spc="15" sz="1300">
                <a:latin typeface="Times New Roman"/>
                <a:cs typeface="Times New Roman"/>
              </a:rPr>
              <a:t>nu</a:t>
            </a:r>
            <a:r>
              <a:rPr dirty="0" smtClean="0" spc="15" sz="1300">
                <a:latin typeface="Times New Roman"/>
                <a:cs typeface="Times New Roman"/>
              </a:rPr>
              <a:t>a</a:t>
            </a:r>
            <a:r>
              <a:rPr dirty="0" smtClean="0" spc="15" sz="1300">
                <a:latin typeface="Times New Roman"/>
                <a:cs typeface="Times New Roman"/>
              </a:rPr>
              <a:t>r</a:t>
            </a:r>
            <a:r>
              <a:rPr dirty="0" smtClean="0" spc="15" sz="130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506199" y="1019174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1" sz="1300">
                <a:latin typeface="Times New Roman"/>
                <a:cs typeface="Times New Roman"/>
              </a:rPr>
              <a:t>F</a:t>
            </a:r>
            <a:r>
              <a:rPr dirty="0" smtClean="0" spc="1" sz="1300">
                <a:latin typeface="Times New Roman"/>
                <a:cs typeface="Times New Roman"/>
              </a:rPr>
              <a:t>eb</a:t>
            </a:r>
            <a:r>
              <a:rPr dirty="0" smtClean="0" spc="1" sz="1300">
                <a:latin typeface="Times New Roman"/>
                <a:cs typeface="Times New Roman"/>
              </a:rPr>
              <a:t>r</a:t>
            </a:r>
            <a:r>
              <a:rPr dirty="0" smtClean="0" spc="1" sz="1300">
                <a:latin typeface="Times New Roman"/>
                <a:cs typeface="Times New Roman"/>
              </a:rPr>
              <a:t>u</a:t>
            </a:r>
            <a:r>
              <a:rPr dirty="0" smtClean="0" spc="1" sz="1300">
                <a:latin typeface="Times New Roman"/>
                <a:cs typeface="Times New Roman"/>
              </a:rPr>
              <a:t>a</a:t>
            </a:r>
            <a:r>
              <a:rPr dirty="0" smtClean="0" spc="1" sz="1300">
                <a:latin typeface="Times New Roman"/>
                <a:cs typeface="Times New Roman"/>
              </a:rPr>
              <a:t>r</a:t>
            </a:r>
            <a:r>
              <a:rPr dirty="0" smtClean="0" spc="1" sz="130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506199" y="1257299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-42" sz="1300">
                <a:latin typeface="Times New Roman"/>
                <a:cs typeface="Times New Roman"/>
              </a:rPr>
              <a:t>M</a:t>
            </a:r>
            <a:r>
              <a:rPr dirty="0" smtClean="0" spc="-42" sz="1300">
                <a:latin typeface="Times New Roman"/>
                <a:cs typeface="Times New Roman"/>
              </a:rPr>
              <a:t>a</a:t>
            </a:r>
            <a:r>
              <a:rPr dirty="0" smtClean="0" spc="-42" sz="1300">
                <a:latin typeface="Times New Roman"/>
                <a:cs typeface="Times New Roman"/>
              </a:rPr>
              <a:t>r</a:t>
            </a:r>
            <a:r>
              <a:rPr dirty="0" smtClean="0" spc="-42" sz="1300">
                <a:latin typeface="Times New Roman"/>
                <a:cs typeface="Times New Roman"/>
              </a:rPr>
              <a:t>c</a:t>
            </a:r>
            <a:r>
              <a:rPr dirty="0" smtClean="0" spc="-42" sz="1300">
                <a:latin typeface="Times New Roman"/>
                <a:cs typeface="Times New Roman"/>
              </a:rPr>
              <a:t>h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506199" y="1495424"/>
            <a:ext cx="771524" cy="261937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-50" sz="1300">
                <a:latin typeface="Times New Roman"/>
                <a:cs typeface="Times New Roman"/>
              </a:rPr>
              <a:t>A</a:t>
            </a:r>
            <a:r>
              <a:rPr dirty="0" smtClean="0" spc="-50" sz="1300">
                <a:latin typeface="Times New Roman"/>
                <a:cs typeface="Times New Roman"/>
              </a:rPr>
              <a:t>p</a:t>
            </a:r>
            <a:r>
              <a:rPr dirty="0" smtClean="0" spc="-50" sz="1300">
                <a:latin typeface="Times New Roman"/>
                <a:cs typeface="Times New Roman"/>
              </a:rPr>
              <a:t>r</a:t>
            </a:r>
            <a:r>
              <a:rPr dirty="0" smtClean="0" spc="-50" sz="1300">
                <a:latin typeface="Times New Roman"/>
                <a:cs typeface="Times New Roman"/>
              </a:rPr>
              <a:t>i</a:t>
            </a:r>
            <a:r>
              <a:rPr dirty="0" smtClean="0" spc="-50" sz="1300">
                <a:latin typeface="Times New Roman"/>
                <a:cs typeface="Times New Roman"/>
              </a:rPr>
              <a:t>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599" y="1757362"/>
            <a:ext cx="11277599" cy="228599"/>
          </a:xfrm>
          <a:prstGeom prst="rect">
            <a:avLst/>
          </a:prstGeom>
        </p:spPr>
        <p:txBody>
          <a:bodyPr bIns="0" lIns="0" rIns="0" rtlCol="0" tIns="4445" wrap="square">
            <a:noAutofit/>
          </a:bodyPr>
          <a:lstStyle/>
          <a:p>
            <a:pPr algn="r" marR="79456">
              <a:lnSpc>
                <a:spcPts val="1300"/>
              </a:lnSpc>
            </a:pP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73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06199" y="1757362"/>
            <a:ext cx="771524" cy="228599"/>
          </a:xfrm>
          <a:prstGeom prst="rect">
            <a:avLst/>
          </a:prstGeom>
        </p:spPr>
        <p:txBody>
          <a:bodyPr bIns="0" lIns="0" rIns="0" rtlCol="0" tIns="9175" wrap="square">
            <a:noAutofit/>
          </a:bodyPr>
          <a:lstStyle/>
          <a:p>
            <a:pPr>
              <a:lnSpc>
                <a:spcPts val="1445"/>
              </a:lnSpc>
            </a:pPr>
            <a:r>
              <a:rPr dirty="0" smtClean="0" spc="-94" sz="1300">
                <a:latin typeface="Times New Roman"/>
                <a:cs typeface="Times New Roman"/>
              </a:rPr>
              <a:t>M</a:t>
            </a:r>
            <a:r>
              <a:rPr dirty="0" smtClean="0" spc="-94" sz="1300">
                <a:latin typeface="Times New Roman"/>
                <a:cs typeface="Times New Roman"/>
              </a:rPr>
              <a:t>a</a:t>
            </a:r>
            <a:r>
              <a:rPr dirty="0" smtClean="0" spc="-94" sz="130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77724" y="1757362"/>
            <a:ext cx="142874" cy="18716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228599" y="1985962"/>
            <a:ext cx="4681537" cy="4867274"/>
          </a:xfrm>
          <a:prstGeom prst="rect">
            <a:avLst/>
          </a:prstGeom>
        </p:spPr>
        <p:txBody>
          <a:bodyPr bIns="0" lIns="0" rIns="0" rtlCol="0" tIns="9779" wrap="square">
            <a:noAutofit/>
          </a:bodyPr>
          <a:lstStyle/>
          <a:p>
            <a:pPr algn="just" marL="257174" marR="2119412">
              <a:lnSpc>
                <a:spcPts val="1540"/>
              </a:lnSpc>
            </a:pP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Ai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d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m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ou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nt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to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R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es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d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ents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&amp;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D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P</a:t>
            </a:r>
            <a:r>
              <a:rPr dirty="0" smtClean="0" spc="-32" sz="1400">
                <a:solidFill>
                  <a:srgbClr val="252423"/>
                </a:solidFill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marL="509164">
              <a:lnSpc>
                <a:spcPct val="101277"/>
              </a:lnSpc>
              <a:spcBef>
                <a:spcPts val="3794"/>
              </a:spcBef>
            </a:pPr>
            <a:r>
              <a:rPr dirty="0" smtClean="0" sz="900">
                <a:solidFill>
                  <a:srgbClr val="605D5C"/>
                </a:solidFill>
                <a:latin typeface="Verdana"/>
                <a:cs typeface="Verdana"/>
              </a:rPr>
              <a:t>11.71M</a:t>
            </a:r>
            <a:r>
              <a:rPr dirty="0" smtClean="0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z="900">
                <a:solidFill>
                  <a:srgbClr val="605D5C"/>
                </a:solidFill>
                <a:latin typeface="Verdana"/>
                <a:cs typeface="Verdana"/>
              </a:rPr>
              <a:t>(25.3%)</a:t>
            </a:r>
            <a:endParaRPr sz="900">
              <a:latin typeface="Verdana"/>
              <a:cs typeface="Verdana"/>
            </a:endParaRPr>
          </a:p>
          <a:p>
            <a:pPr algn="r" marR="380613">
              <a:lnSpc>
                <a:spcPct val="101277"/>
              </a:lnSpc>
              <a:spcBef>
                <a:spcPts val="11088"/>
              </a:spcBef>
            </a:pPr>
            <a:r>
              <a:rPr dirty="0" smtClean="0" sz="900">
                <a:solidFill>
                  <a:srgbClr val="605D5C"/>
                </a:solidFill>
                <a:latin typeface="Verdana"/>
                <a:cs typeface="Verdana"/>
              </a:rPr>
              <a:t>34.57M</a:t>
            </a:r>
            <a:r>
              <a:rPr dirty="0" smtClean="0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z="900">
                <a:solidFill>
                  <a:srgbClr val="605D5C"/>
                </a:solidFill>
                <a:latin typeface="Verdana"/>
                <a:cs typeface="Verdana"/>
              </a:rPr>
              <a:t>(74.7%)</a:t>
            </a:r>
            <a:endParaRPr sz="900">
              <a:latin typeface="Verdana"/>
              <a:cs typeface="Verdana"/>
            </a:endParaRPr>
          </a:p>
          <a:p>
            <a:pPr algn="ctr" marL="1941408" marR="1736045">
              <a:lnSpc>
                <a:spcPct val="101277"/>
              </a:lnSpc>
              <a:spcBef>
                <a:spcPts val="4119"/>
              </a:spcBef>
            </a:pPr>
            <a:r>
              <a:rPr dirty="0" smtClean="0" spc="-25" sz="1000">
                <a:solidFill>
                  <a:srgbClr val="605D5C"/>
                </a:solidFill>
                <a:latin typeface="Verdana"/>
                <a:cs typeface="Verdana"/>
              </a:rPr>
              <a:t>R</a:t>
            </a: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esident</a:t>
            </a: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  </a:t>
            </a:r>
            <a:r>
              <a:rPr dirty="0" smtClean="0" spc="311" sz="10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IDP</a:t>
            </a:r>
            <a:endParaRPr sz="1000">
              <a:latin typeface="Verdana"/>
              <a:cs typeface="Verdana"/>
            </a:endParaRPr>
          </a:p>
          <a:p>
            <a:pPr algn="just" marL="257174" marR="2259397">
              <a:lnSpc>
                <a:spcPct val="95825"/>
              </a:lnSpc>
              <a:spcBef>
                <a:spcPts val="808"/>
              </a:spcBef>
            </a:pP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Ai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d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m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ou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nt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to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R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es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d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ents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/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D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P</a:t>
            </a:r>
            <a:r>
              <a:rPr dirty="0" smtClean="0" spc="-24" sz="1400">
                <a:solidFill>
                  <a:srgbClr val="252423"/>
                </a:solidFill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  <a:p>
            <a:pPr algn="just" marL="314324" marR="236463">
              <a:lnSpc>
                <a:spcPct val="101277"/>
              </a:lnSpc>
              <a:spcBef>
                <a:spcPts val="390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VC_</a:t>
            </a:r>
            <a:r>
              <a:rPr dirty="0" smtClean="0" spc="-25" sz="1100">
                <a:solidFill>
                  <a:srgbClr val="252423"/>
                </a:solidFill>
                <a:latin typeface="Verdana"/>
                <a:cs typeface="Verdana"/>
              </a:rPr>
              <a:t>R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esident_Status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10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Aid_Amount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</a:t>
            </a:r>
            <a:r>
              <a:rPr dirty="0" smtClean="0" spc="5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%_of_Aid_Amount</a:t>
            </a:r>
            <a:endParaRPr sz="1100">
              <a:latin typeface="Verdana"/>
              <a:cs typeface="Verdana"/>
            </a:endParaRPr>
          </a:p>
          <a:p>
            <a:pPr algn="just" marL="314324" marR="217431">
              <a:lnSpc>
                <a:spcPts val="1336"/>
              </a:lnSpc>
              <a:spcBef>
                <a:spcPts val="913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IDP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  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11,710,500.00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</a:t>
            </a:r>
            <a:r>
              <a:rPr dirty="0" smtClean="0" spc="21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25.30%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  <a:p>
            <a:pPr algn="just" marL="314324" marR="217431">
              <a:lnSpc>
                <a:spcPts val="1336"/>
              </a:lnSpc>
              <a:spcBef>
                <a:spcPts val="237"/>
              </a:spcBef>
            </a:pPr>
            <a:r>
              <a:rPr dirty="0" smtClean="0" spc="-25" sz="1100">
                <a:solidFill>
                  <a:srgbClr val="252423"/>
                </a:solidFill>
                <a:latin typeface="Verdana"/>
                <a:cs typeface="Verdana"/>
              </a:rPr>
              <a:t>R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esident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34,574,052.00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</a:t>
            </a:r>
            <a:r>
              <a:rPr dirty="0" smtClean="0" spc="27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74.70%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  <a:p>
            <a:pPr algn="just" marL="314324" marR="217431">
              <a:lnSpc>
                <a:spcPts val="1336"/>
              </a:lnSpc>
              <a:spcBef>
                <a:spcPts val="237"/>
              </a:spcBef>
            </a:pP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Total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</a:t>
            </a:r>
            <a:r>
              <a:rPr b="1" dirty="0" smtClean="0" spc="25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46,284,552.00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</a:t>
            </a:r>
            <a:r>
              <a:rPr b="1" dirty="0" smtClean="0" spc="37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100.00%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10137" y="1985962"/>
            <a:ext cx="5629274" cy="3157537"/>
          </a:xfrm>
          <a:prstGeom prst="rect">
            <a:avLst/>
          </a:prstGeom>
        </p:spPr>
        <p:txBody>
          <a:bodyPr bIns="0" lIns="0" rIns="0" rtlCol="0" tIns="9779" wrap="square">
            <a:noAutofit/>
          </a:bodyPr>
          <a:lstStyle/>
          <a:p>
            <a:pPr algn="just" marL="52387" marR="3839166">
              <a:lnSpc>
                <a:spcPts val="1540"/>
              </a:lnSpc>
            </a:pP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V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u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l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ner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b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l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ty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Ca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teg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or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16" sz="1400">
                <a:solidFill>
                  <a:srgbClr val="252423"/>
                </a:solidFill>
                <a:latin typeface="Times New Roman"/>
                <a:cs typeface="Times New Roman"/>
              </a:rPr>
              <a:t>es</a:t>
            </a:r>
            <a:endParaRPr sz="1400">
              <a:latin typeface="Times New Roman"/>
              <a:cs typeface="Times New Roman"/>
            </a:endParaRPr>
          </a:p>
          <a:p>
            <a:pPr algn="just" marL="52387" marR="1948052">
              <a:lnSpc>
                <a:spcPts val="1215"/>
              </a:lnSpc>
              <a:spcBef>
                <a:spcPts val="4329"/>
              </a:spcBef>
            </a:pP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Children_U5yrs</a:t>
            </a: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                                               </a:t>
            </a: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1000">
                <a:solidFill>
                  <a:srgbClr val="F9F6F1"/>
                </a:solidFill>
                <a:latin typeface="Verdana"/>
                <a:cs typeface="Verdana"/>
              </a:rPr>
              <a:t>1.580K</a:t>
            </a:r>
            <a:r>
              <a:rPr dirty="0" smtClean="0" spc="0" sz="1000">
                <a:solidFill>
                  <a:srgbClr val="F9F6F1"/>
                </a:solidFill>
                <a:latin typeface="Verdana"/>
                <a:cs typeface="Verdana"/>
              </a:rPr>
              <a:t> </a:t>
            </a:r>
            <a:endParaRPr sz="1000">
              <a:latin typeface="Verdana"/>
              <a:cs typeface="Verdana"/>
            </a:endParaRPr>
          </a:p>
          <a:p>
            <a:pPr algn="just" marL="52387" marR="1948052">
              <a:lnSpc>
                <a:spcPts val="1215"/>
              </a:lnSpc>
              <a:spcBef>
                <a:spcPts val="3175"/>
              </a:spcBef>
            </a:pP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Adult_18-59yrs</a:t>
            </a: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                                               </a:t>
            </a: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1000">
                <a:solidFill>
                  <a:srgbClr val="F9F6F1"/>
                </a:solidFill>
                <a:latin typeface="Verdana"/>
                <a:cs typeface="Verdana"/>
              </a:rPr>
              <a:t>0.751K</a:t>
            </a:r>
            <a:r>
              <a:rPr dirty="0" smtClean="0" spc="0" sz="1000">
                <a:solidFill>
                  <a:srgbClr val="F9F6F1"/>
                </a:solidFill>
                <a:latin typeface="Verdana"/>
                <a:cs typeface="Verdana"/>
              </a:rPr>
              <a:t> </a:t>
            </a:r>
            <a:endParaRPr sz="1000">
              <a:latin typeface="Verdana"/>
              <a:cs typeface="Verdana"/>
            </a:endParaRPr>
          </a:p>
          <a:p>
            <a:pPr algn="just" marL="52387" marR="1948052">
              <a:lnSpc>
                <a:spcPts val="1215"/>
              </a:lnSpc>
              <a:spcBef>
                <a:spcPts val="3175"/>
              </a:spcBef>
            </a:pP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P</a:t>
            </a:r>
            <a:r>
              <a:rPr dirty="0" smtClean="0" spc="-50" sz="1000">
                <a:solidFill>
                  <a:srgbClr val="605D5C"/>
                </a:solidFill>
                <a:latin typeface="Verdana"/>
                <a:cs typeface="Verdana"/>
              </a:rPr>
              <a:t>L</a:t>
            </a: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W</a:t>
            </a: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                                                               </a:t>
            </a:r>
            <a:r>
              <a:rPr dirty="0" smtClean="0" spc="220" sz="10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1000">
                <a:solidFill>
                  <a:srgbClr val="F9F6F1"/>
                </a:solidFill>
                <a:latin typeface="Verdana"/>
                <a:cs typeface="Verdana"/>
              </a:rPr>
              <a:t>0.674K</a:t>
            </a:r>
            <a:endParaRPr sz="1000">
              <a:latin typeface="Verdana"/>
              <a:cs typeface="Verdana"/>
            </a:endParaRPr>
          </a:p>
          <a:p>
            <a:pPr algn="just" marL="52387" marR="1426467">
              <a:lnSpc>
                <a:spcPts val="1215"/>
              </a:lnSpc>
              <a:spcBef>
                <a:spcPts val="3175"/>
              </a:spcBef>
            </a:pP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Children_0-17yrs</a:t>
            </a: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                                                        </a:t>
            </a:r>
            <a:r>
              <a:rPr dirty="0" smtClean="0" spc="225" sz="10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1000">
                <a:solidFill>
                  <a:srgbClr val="605D5C"/>
                </a:solidFill>
                <a:latin typeface="Verdana"/>
                <a:cs typeface="Verdana"/>
              </a:rPr>
              <a:t>0.165K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39412" y="1985962"/>
            <a:ext cx="966787" cy="1643062"/>
          </a:xfrm>
          <a:prstGeom prst="rect">
            <a:avLst/>
          </a:prstGeom>
        </p:spPr>
        <p:txBody>
          <a:bodyPr bIns="0" lIns="0" rIns="0" rtlCol="0" tIns="13970" wrap="square">
            <a:noAutofit/>
          </a:bodyPr>
          <a:lstStyle/>
          <a:p>
            <a:pPr marL="481012">
              <a:lnSpc>
                <a:spcPts val="1300"/>
              </a:lnSpc>
            </a:pP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73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  <a:p>
            <a:pPr marL="481012">
              <a:lnSpc>
                <a:spcPts val="1300"/>
              </a:lnSpc>
              <a:spcBef>
                <a:spcPts val="574"/>
              </a:spcBef>
            </a:pP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73" sz="1300">
                <a:solidFill>
                  <a:srgbClr val="202020"/>
                </a:solidFill>
                <a:latin typeface="Segoe Fluent Icons"/>
                <a:cs typeface="Segoe Fluent Icons"/>
              </a:rPr>
              <a:t></a:t>
            </a:r>
            <a:endParaRPr sz="1300">
              <a:latin typeface="Segoe Fluent Icons"/>
              <a:cs typeface="Segoe Fluent Icons"/>
            </a:endParaRPr>
          </a:p>
          <a:p>
            <a:pPr marL="481012">
              <a:lnSpc>
                <a:spcPts val="1300"/>
              </a:lnSpc>
              <a:spcBef>
                <a:spcPts val="574"/>
              </a:spcBef>
            </a:pP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73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  <a:p>
            <a:pPr marL="481012">
              <a:lnSpc>
                <a:spcPts val="1300"/>
              </a:lnSpc>
              <a:spcBef>
                <a:spcPts val="574"/>
              </a:spcBef>
            </a:pP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73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  <a:p>
            <a:pPr marL="481012">
              <a:lnSpc>
                <a:spcPts val="1300"/>
              </a:lnSpc>
              <a:spcBef>
                <a:spcPts val="574"/>
              </a:spcBef>
            </a:pP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73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  <a:p>
            <a:pPr marL="481012">
              <a:lnSpc>
                <a:spcPts val="1300"/>
              </a:lnSpc>
              <a:spcBef>
                <a:spcPts val="574"/>
              </a:spcBef>
            </a:pP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73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  <a:p>
            <a:pPr marL="481012">
              <a:lnSpc>
                <a:spcPts val="1300"/>
              </a:lnSpc>
              <a:spcBef>
                <a:spcPts val="574"/>
              </a:spcBef>
            </a:pP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dirty="0" smtClean="0" spc="73" sz="130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73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06199" y="1985962"/>
            <a:ext cx="771524" cy="223837"/>
          </a:xfrm>
          <a:prstGeom prst="rect">
            <a:avLst/>
          </a:prstGeom>
        </p:spPr>
        <p:txBody>
          <a:bodyPr bIns="0" lIns="0" rIns="0" rtlCol="0" tIns="2540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23" sz="1300">
                <a:latin typeface="Times New Roman"/>
                <a:cs typeface="Times New Roman"/>
              </a:rPr>
              <a:t>J</a:t>
            </a:r>
            <a:r>
              <a:rPr dirty="0" smtClean="0" spc="23" sz="1300">
                <a:latin typeface="Times New Roman"/>
                <a:cs typeface="Times New Roman"/>
              </a:rPr>
              <a:t>u</a:t>
            </a:r>
            <a:r>
              <a:rPr dirty="0" smtClean="0" spc="23" sz="1300">
                <a:latin typeface="Times New Roman"/>
                <a:cs typeface="Times New Roman"/>
              </a:rPr>
              <a:t>ne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06199" y="2209799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-4" sz="1300">
                <a:latin typeface="Times New Roman"/>
                <a:cs typeface="Times New Roman"/>
              </a:rPr>
              <a:t>J</a:t>
            </a:r>
            <a:r>
              <a:rPr dirty="0" smtClean="0" spc="-4" sz="1300">
                <a:latin typeface="Times New Roman"/>
                <a:cs typeface="Times New Roman"/>
              </a:rPr>
              <a:t>u</a:t>
            </a:r>
            <a:r>
              <a:rPr dirty="0" smtClean="0" spc="-4" sz="1300">
                <a:latin typeface="Times New Roman"/>
                <a:cs typeface="Times New Roman"/>
              </a:rPr>
              <a:t>l</a:t>
            </a:r>
            <a:r>
              <a:rPr dirty="0" smtClean="0" spc="-4" sz="130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06199" y="2447924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-19" sz="1300">
                <a:latin typeface="Times New Roman"/>
                <a:cs typeface="Times New Roman"/>
              </a:rPr>
              <a:t>A</a:t>
            </a:r>
            <a:r>
              <a:rPr dirty="0" smtClean="0" spc="-19" sz="1300">
                <a:latin typeface="Times New Roman"/>
                <a:cs typeface="Times New Roman"/>
              </a:rPr>
              <a:t>u</a:t>
            </a:r>
            <a:r>
              <a:rPr dirty="0" smtClean="0" spc="-19" sz="1300">
                <a:latin typeface="Times New Roman"/>
                <a:cs typeface="Times New Roman"/>
              </a:rPr>
              <a:t>g</a:t>
            </a:r>
            <a:r>
              <a:rPr dirty="0" smtClean="0" spc="-19" sz="1300">
                <a:latin typeface="Times New Roman"/>
                <a:cs typeface="Times New Roman"/>
              </a:rPr>
              <a:t>u</a:t>
            </a:r>
            <a:r>
              <a:rPr dirty="0" smtClean="0" spc="-19" sz="1300">
                <a:latin typeface="Times New Roman"/>
                <a:cs typeface="Times New Roman"/>
              </a:rPr>
              <a:t>s</a:t>
            </a:r>
            <a:r>
              <a:rPr dirty="0" smtClean="0" spc="-19" sz="1300">
                <a:latin typeface="Times New Roman"/>
                <a:cs typeface="Times New Roman"/>
              </a:rPr>
              <a:t>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06199" y="2686049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18" sz="1300">
                <a:latin typeface="Times New Roman"/>
                <a:cs typeface="Times New Roman"/>
              </a:rPr>
              <a:t>S</a:t>
            </a:r>
            <a:r>
              <a:rPr dirty="0" smtClean="0" spc="18" sz="1300">
                <a:latin typeface="Times New Roman"/>
                <a:cs typeface="Times New Roman"/>
              </a:rPr>
              <a:t>ep</a:t>
            </a:r>
            <a:r>
              <a:rPr dirty="0" smtClean="0" spc="18" sz="1300">
                <a:latin typeface="Times New Roman"/>
                <a:cs typeface="Times New Roman"/>
              </a:rPr>
              <a:t>tem</a:t>
            </a:r>
            <a:r>
              <a:rPr dirty="0" smtClean="0" spc="18" sz="1300">
                <a:latin typeface="Times New Roman"/>
                <a:cs typeface="Times New Roman"/>
              </a:rPr>
              <a:t>b</a:t>
            </a:r>
            <a:r>
              <a:rPr dirty="0" smtClean="0" spc="18" sz="1300">
                <a:latin typeface="Times New Roman"/>
                <a:cs typeface="Times New Roman"/>
              </a:rPr>
              <a:t>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06199" y="2924174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-18" sz="1300">
                <a:latin typeface="Times New Roman"/>
                <a:cs typeface="Times New Roman"/>
              </a:rPr>
              <a:t>O</a:t>
            </a:r>
            <a:r>
              <a:rPr dirty="0" smtClean="0" spc="-18" sz="1300">
                <a:latin typeface="Times New Roman"/>
                <a:cs typeface="Times New Roman"/>
              </a:rPr>
              <a:t>c</a:t>
            </a:r>
            <a:r>
              <a:rPr dirty="0" smtClean="0" spc="-18" sz="1300">
                <a:latin typeface="Times New Roman"/>
                <a:cs typeface="Times New Roman"/>
              </a:rPr>
              <a:t>tob</a:t>
            </a:r>
            <a:r>
              <a:rPr dirty="0" smtClean="0" spc="-18" sz="1300">
                <a:latin typeface="Times New Roman"/>
                <a:cs typeface="Times New Roman"/>
              </a:rPr>
              <a:t>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06199" y="3162299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-3" sz="1300">
                <a:latin typeface="Times New Roman"/>
                <a:cs typeface="Times New Roman"/>
              </a:rPr>
              <a:t>N</a:t>
            </a:r>
            <a:r>
              <a:rPr dirty="0" smtClean="0" spc="-3" sz="1300">
                <a:latin typeface="Times New Roman"/>
                <a:cs typeface="Times New Roman"/>
              </a:rPr>
              <a:t>o</a:t>
            </a:r>
            <a:r>
              <a:rPr dirty="0" smtClean="0" spc="-3" sz="1300">
                <a:latin typeface="Times New Roman"/>
                <a:cs typeface="Times New Roman"/>
              </a:rPr>
              <a:t>v</a:t>
            </a:r>
            <a:r>
              <a:rPr dirty="0" smtClean="0" spc="-3" sz="1300">
                <a:latin typeface="Times New Roman"/>
                <a:cs typeface="Times New Roman"/>
              </a:rPr>
              <a:t>em</a:t>
            </a:r>
            <a:r>
              <a:rPr dirty="0" smtClean="0" spc="-3" sz="1300">
                <a:latin typeface="Times New Roman"/>
                <a:cs typeface="Times New Roman"/>
              </a:rPr>
              <a:t>b</a:t>
            </a:r>
            <a:r>
              <a:rPr dirty="0" smtClean="0" spc="-3" sz="1300">
                <a:latin typeface="Times New Roman"/>
                <a:cs typeface="Times New Roman"/>
              </a:rPr>
              <a:t>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06199" y="3400424"/>
            <a:ext cx="771524" cy="228599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-2" sz="1300">
                <a:latin typeface="Times New Roman"/>
                <a:cs typeface="Times New Roman"/>
              </a:rPr>
              <a:t>D</a:t>
            </a:r>
            <a:r>
              <a:rPr dirty="0" smtClean="0" spc="-2" sz="1300">
                <a:latin typeface="Times New Roman"/>
                <a:cs typeface="Times New Roman"/>
              </a:rPr>
              <a:t>ecem</a:t>
            </a:r>
            <a:r>
              <a:rPr dirty="0" smtClean="0" spc="-2" sz="1300">
                <a:latin typeface="Times New Roman"/>
                <a:cs typeface="Times New Roman"/>
              </a:rPr>
              <a:t>b</a:t>
            </a:r>
            <a:r>
              <a:rPr dirty="0" smtClean="0" spc="-2" sz="1300">
                <a:latin typeface="Times New Roman"/>
                <a:cs typeface="Times New Roman"/>
              </a:rPr>
              <a:t>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39412" y="3629024"/>
            <a:ext cx="1881187" cy="151447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4910137" y="5143499"/>
            <a:ext cx="7510462" cy="1709737"/>
          </a:xfrm>
          <a:prstGeom prst="rect">
            <a:avLst/>
          </a:prstGeom>
        </p:spPr>
        <p:txBody>
          <a:bodyPr bIns="0" lIns="0" rIns="0" rtlCol="0" tIns="10033" wrap="square">
            <a:noAutofit/>
          </a:bodyPr>
          <a:lstStyle/>
          <a:p>
            <a:pPr marL="52387">
              <a:lnSpc>
                <a:spcPts val="1580"/>
              </a:lnSpc>
            </a:pP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V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u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l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ner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b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l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ty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Ca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teg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or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es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B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y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r</a:t>
            </a:r>
            <a:r>
              <a:rPr dirty="0" smtClean="0" spc="-21" sz="1400">
                <a:solidFill>
                  <a:srgbClr val="252423"/>
                </a:solidFill>
                <a:latin typeface="Times New Roman"/>
                <a:cs typeface="Times New Roman"/>
              </a:rPr>
              <a:t>ea</a:t>
            </a:r>
            <a:endParaRPr sz="1400">
              <a:latin typeface="Times New Roman"/>
              <a:cs typeface="Times New Roman"/>
            </a:endParaRPr>
          </a:p>
          <a:p>
            <a:pPr marL="109537">
              <a:lnSpc>
                <a:spcPct val="101277"/>
              </a:lnSpc>
              <a:spcBef>
                <a:spcPts val="311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Area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11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Children_0-17yrs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16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Children_U5yrs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</a:t>
            </a:r>
            <a:r>
              <a:rPr dirty="0" smtClean="0" spc="33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P</a:t>
            </a:r>
            <a:r>
              <a:rPr dirty="0" smtClean="0" spc="-54" sz="1100">
                <a:solidFill>
                  <a:srgbClr val="252423"/>
                </a:solidFill>
                <a:latin typeface="Verdana"/>
                <a:cs typeface="Verdana"/>
              </a:rPr>
              <a:t>L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W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</a:t>
            </a:r>
            <a:r>
              <a:rPr dirty="0" smtClean="0" spc="33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Adult_18-59yrs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12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-119" sz="1100">
                <a:solidFill>
                  <a:srgbClr val="252423"/>
                </a:solidFill>
                <a:latin typeface="Verdana"/>
                <a:cs typeface="Verdana"/>
              </a:rPr>
              <a:t>T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otal_Members</a:t>
            </a:r>
            <a:endParaRPr sz="1100">
              <a:latin typeface="Verdana"/>
              <a:cs typeface="Verdana"/>
            </a:endParaRPr>
          </a:p>
          <a:p>
            <a:pPr marL="109537">
              <a:lnSpc>
                <a:spcPct val="101277"/>
              </a:lnSpc>
              <a:spcBef>
                <a:spcPts val="913"/>
              </a:spcBef>
            </a:pPr>
            <a:r>
              <a:rPr dirty="0" smtClean="0" spc="-39" sz="1100">
                <a:solidFill>
                  <a:srgbClr val="252423"/>
                </a:solidFill>
                <a:latin typeface="Verdana"/>
                <a:cs typeface="Verdana"/>
              </a:rPr>
              <a:t>K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obane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          </a:t>
            </a:r>
            <a:r>
              <a:rPr dirty="0" smtClean="0" spc="27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29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</a:t>
            </a:r>
            <a:r>
              <a:rPr dirty="0" smtClean="0" spc="13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317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</a:t>
            </a:r>
            <a:r>
              <a:rPr dirty="0" smtClean="0" spc="15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136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</a:t>
            </a:r>
            <a:r>
              <a:rPr dirty="0" smtClean="0" spc="1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144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17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626</a:t>
            </a:r>
            <a:endParaRPr sz="1100">
              <a:latin typeface="Verdana"/>
              <a:cs typeface="Verdana"/>
            </a:endParaRPr>
          </a:p>
          <a:p>
            <a:pPr marL="109537">
              <a:lnSpc>
                <a:spcPct val="101277"/>
              </a:lnSpc>
              <a:spcBef>
                <a:spcPts val="235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Manbij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           </a:t>
            </a:r>
            <a:r>
              <a:rPr dirty="0" smtClean="0" spc="33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62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</a:t>
            </a:r>
            <a:r>
              <a:rPr dirty="0" smtClean="0" spc="13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587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</a:t>
            </a:r>
            <a:r>
              <a:rPr dirty="0" smtClean="0" spc="15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268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</a:t>
            </a:r>
            <a:r>
              <a:rPr dirty="0" smtClean="0" spc="1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338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</a:t>
            </a:r>
            <a:r>
              <a:rPr dirty="0" smtClean="0" spc="23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1,255</a:t>
            </a:r>
            <a:endParaRPr sz="1100">
              <a:latin typeface="Verdana"/>
              <a:cs typeface="Verdana"/>
            </a:endParaRPr>
          </a:p>
          <a:p>
            <a:pPr marL="109537" marR="465076">
              <a:lnSpc>
                <a:spcPts val="1336"/>
              </a:lnSpc>
              <a:spcBef>
                <a:spcPts val="235"/>
              </a:spcBef>
            </a:pPr>
            <a:r>
              <a:rPr dirty="0" smtClean="0" spc="-19" sz="1100">
                <a:solidFill>
                  <a:srgbClr val="252423"/>
                </a:solidFill>
                <a:latin typeface="Verdana"/>
                <a:cs typeface="Verdana"/>
              </a:rPr>
              <a:t>R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aqqa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            </a:t>
            </a:r>
            <a:r>
              <a:rPr dirty="0" smtClean="0" spc="1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71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</a:t>
            </a:r>
            <a:r>
              <a:rPr dirty="0" smtClean="0" spc="13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663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</a:t>
            </a:r>
            <a:r>
              <a:rPr dirty="0" smtClean="0" spc="15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262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</a:t>
            </a:r>
            <a:r>
              <a:rPr dirty="0" smtClean="0" spc="1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260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</a:t>
            </a:r>
            <a:r>
              <a:rPr dirty="0" smtClean="0" spc="23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1,256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endParaRPr sz="1100">
              <a:latin typeface="Verdana"/>
              <a:cs typeface="Verdana"/>
            </a:endParaRPr>
          </a:p>
          <a:p>
            <a:pPr marL="109537" marR="465076">
              <a:lnSpc>
                <a:spcPts val="1336"/>
              </a:lnSpc>
              <a:spcBef>
                <a:spcPts val="237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z_Not_Supplied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</a:t>
            </a:r>
            <a:r>
              <a:rPr dirty="0" smtClean="0" spc="26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</a:t>
            </a:r>
            <a:r>
              <a:rPr dirty="0" smtClean="0" spc="6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13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</a:t>
            </a:r>
            <a:r>
              <a:rPr dirty="0" smtClean="0" spc="1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8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</a:t>
            </a:r>
            <a:r>
              <a:rPr dirty="0" smtClean="0" spc="25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9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</a:t>
            </a:r>
            <a:r>
              <a:rPr dirty="0" smtClean="0" spc="10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33</a:t>
            </a:r>
            <a:endParaRPr sz="1100">
              <a:latin typeface="Verdana"/>
              <a:cs typeface="Verdana"/>
            </a:endParaRPr>
          </a:p>
          <a:p>
            <a:pPr marL="109537">
              <a:lnSpc>
                <a:spcPct val="101277"/>
              </a:lnSpc>
              <a:spcBef>
                <a:spcPts val="237"/>
              </a:spcBef>
            </a:pP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Total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                 </a:t>
            </a:r>
            <a:r>
              <a:rPr b="1" dirty="0" smtClean="0" spc="31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165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 </a:t>
            </a:r>
            <a:r>
              <a:rPr b="1" dirty="0" smtClean="0" spc="75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1,580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</a:t>
            </a:r>
            <a:r>
              <a:rPr b="1" dirty="0" smtClean="0" spc="1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674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b="1" dirty="0" smtClean="0" spc="355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751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</a:t>
            </a:r>
            <a:r>
              <a:rPr b="1" dirty="0" smtClean="0" spc="7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3,170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28599" y="6853237"/>
            <a:ext cx="12191999" cy="2333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object 1656"/>
          <p:cNvSpPr txBox="1"/>
          <p:nvPr/>
        </p:nvSpPr>
        <p:spPr>
          <a:xfrm>
            <a:off x="228599" y="228599"/>
            <a:ext cx="12191999" cy="6857999"/>
          </a:xfrm>
          <a:prstGeom prst="rect">
            <a:avLst/>
          </a:prstGeom>
        </p:spPr>
        <p:txBody>
          <a:bodyPr bIns="0" lIns="0" rIns="0" rtlCol="0" tIns="3658" wrap="square">
            <a:noAutofit/>
          </a:bodyPr>
          <a:lstStyle/>
          <a:p>
            <a:pPr>
              <a:lnSpc>
                <a:spcPts val="650"/>
              </a:lnSpc>
            </a:pPr>
            <a:endParaRPr sz="650"/>
          </a:p>
          <a:p>
            <a:pPr algn="ctr" marL="5631814" marR="5632093">
              <a:lnSpc>
                <a:spcPct val="110839"/>
              </a:lnSpc>
            </a:pP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P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ower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mtClean="0" spc="-2" sz="90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655" name="object 1655"/>
          <p:cNvSpPr txBox="1"/>
          <p:nvPr/>
        </p:nvSpPr>
        <p:spPr>
          <a:xfrm>
            <a:off x="333374" y="276224"/>
            <a:ext cx="1921852" cy="135255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R="46989">
              <a:lnSpc>
                <a:spcPts val="1000"/>
              </a:lnSpc>
            </a:pPr>
            <a:endParaRPr sz="1000"/>
          </a:p>
          <a:p>
            <a:pPr marL="1219199">
              <a:lnSpc>
                <a:spcPct val="101277"/>
              </a:lnSpc>
              <a:spcBef>
                <a:spcPts val="3040"/>
              </a:spcBef>
            </a:pPr>
            <a:r>
              <a:rPr b="1" dirty="0" smtClean="0" sz="1800">
                <a:solidFill>
                  <a:srgbClr val="252423"/>
                </a:solidFill>
                <a:latin typeface="Verdana"/>
                <a:cs typeface="Verdana"/>
              </a:rPr>
              <a:t>Syria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228599" y="548639"/>
            <a:ext cx="12191999" cy="1222247"/>
          </a:xfrm>
          <a:custGeom>
            <a:avLst/>
            <a:gdLst/>
            <a:ahLst/>
            <a:cxnLst/>
            <a:rect b="b" l="l" r="r" t="t"/>
            <a:pathLst>
              <a:path h="1222247" w="12191999">
                <a:moveTo>
                  <a:pt x="9524" y="13334"/>
                </a:moveTo>
                <a:lnTo>
                  <a:pt x="12191999" y="0"/>
                </a:lnTo>
                <a:lnTo>
                  <a:pt x="12191999" y="1222247"/>
                </a:lnTo>
                <a:lnTo>
                  <a:pt x="12182474" y="1203959"/>
                </a:lnTo>
                <a:lnTo>
                  <a:pt x="12182474" y="13334"/>
                </a:lnTo>
                <a:lnTo>
                  <a:pt x="9524" y="13334"/>
                </a:lnTo>
                <a:close/>
              </a:path>
              <a:path h="1222247" w="12191999">
                <a:moveTo>
                  <a:pt x="0" y="0"/>
                </a:moveTo>
                <a:lnTo>
                  <a:pt x="12191999" y="0"/>
                </a:lnTo>
                <a:lnTo>
                  <a:pt x="9524" y="13334"/>
                </a:lnTo>
                <a:lnTo>
                  <a:pt x="9524" y="1203959"/>
                </a:lnTo>
                <a:lnTo>
                  <a:pt x="12182474" y="1203959"/>
                </a:lnTo>
                <a:lnTo>
                  <a:pt x="12191999" y="1222247"/>
                </a:lnTo>
                <a:lnTo>
                  <a:pt x="0" y="12222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98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" name="object 127"/>
          <p:cNvSpPr/>
          <p:nvPr/>
        </p:nvSpPr>
        <p:spPr>
          <a:xfrm>
            <a:off x="12420599" y="557783"/>
            <a:ext cx="30479" cy="1267967"/>
          </a:xfrm>
          <a:custGeom>
            <a:avLst/>
            <a:gdLst/>
            <a:ahLst/>
            <a:cxnLst/>
            <a:rect b="b" l="l" r="r" t="t"/>
            <a:pathLst>
              <a:path h="1267967" w="30479">
                <a:moveTo>
                  <a:pt x="0" y="0"/>
                </a:moveTo>
                <a:lnTo>
                  <a:pt x="30479" y="0"/>
                </a:lnTo>
                <a:lnTo>
                  <a:pt x="30479" y="1267967"/>
                </a:lnTo>
                <a:lnTo>
                  <a:pt x="0" y="126796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939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" name="object 128"/>
          <p:cNvSpPr/>
          <p:nvPr/>
        </p:nvSpPr>
        <p:spPr>
          <a:xfrm>
            <a:off x="198119" y="557783"/>
            <a:ext cx="30479" cy="1267967"/>
          </a:xfrm>
          <a:custGeom>
            <a:avLst/>
            <a:gdLst/>
            <a:ahLst/>
            <a:cxnLst/>
            <a:rect b="b" l="l" r="r" t="t"/>
            <a:pathLst>
              <a:path h="1267967" w="30479">
                <a:moveTo>
                  <a:pt x="0" y="0"/>
                </a:moveTo>
                <a:lnTo>
                  <a:pt x="30479" y="0"/>
                </a:lnTo>
                <a:lnTo>
                  <a:pt x="30479" y="1267967"/>
                </a:lnTo>
                <a:lnTo>
                  <a:pt x="0" y="126796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939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" name="object 129"/>
          <p:cNvSpPr/>
          <p:nvPr/>
        </p:nvSpPr>
        <p:spPr>
          <a:xfrm>
            <a:off x="228599" y="228599"/>
            <a:ext cx="12191999" cy="6857999"/>
          </a:xfrm>
          <a:custGeom>
            <a:avLst/>
            <a:gdLst/>
            <a:ahLst/>
            <a:cxnLst/>
            <a:rect b="b" l="l" r="r" t="t"/>
            <a:pathLst>
              <a:path h="6857999" w="12191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" name="object 130"/>
          <p:cNvSpPr/>
          <p:nvPr/>
        </p:nvSpPr>
        <p:spPr>
          <a:xfrm>
            <a:off x="1504949" y="742949"/>
            <a:ext cx="4162424" cy="428624"/>
          </a:xfrm>
          <a:custGeom>
            <a:avLst/>
            <a:gdLst/>
            <a:ahLst/>
            <a:cxnLst/>
            <a:rect b="b" l="l" r="r" t="t"/>
            <a:pathLst>
              <a:path h="428624" w="4162424">
                <a:moveTo>
                  <a:pt x="0" y="0"/>
                </a:moveTo>
                <a:lnTo>
                  <a:pt x="4162424" y="0"/>
                </a:lnTo>
                <a:lnTo>
                  <a:pt x="4162424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" name="object 131"/>
          <p:cNvSpPr/>
          <p:nvPr/>
        </p:nvSpPr>
        <p:spPr>
          <a:xfrm>
            <a:off x="333374" y="276224"/>
            <a:ext cx="1352550" cy="135255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" name="object 132"/>
          <p:cNvSpPr/>
          <p:nvPr/>
        </p:nvSpPr>
        <p:spPr>
          <a:xfrm>
            <a:off x="314324" y="4810124"/>
            <a:ext cx="6095999" cy="2181224"/>
          </a:xfrm>
          <a:custGeom>
            <a:avLst/>
            <a:gdLst/>
            <a:ahLst/>
            <a:cxnLst/>
            <a:rect b="b" l="l" r="r" t="t"/>
            <a:pathLst>
              <a:path h="2181224" w="6095999">
                <a:moveTo>
                  <a:pt x="0" y="0"/>
                </a:moveTo>
                <a:lnTo>
                  <a:pt x="6095999" y="0"/>
                </a:lnTo>
                <a:lnTo>
                  <a:pt x="6095999" y="2181224"/>
                </a:lnTo>
                <a:lnTo>
                  <a:pt x="0" y="21812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" name="object 133"/>
          <p:cNvSpPr/>
          <p:nvPr/>
        </p:nvSpPr>
        <p:spPr>
          <a:xfrm>
            <a:off x="319087" y="4814887"/>
            <a:ext cx="6086474" cy="2171699"/>
          </a:xfrm>
          <a:custGeom>
            <a:avLst/>
            <a:gdLst/>
            <a:ahLst/>
            <a:cxnLst/>
            <a:rect b="b" l="l" r="r" t="t"/>
            <a:pathLst>
              <a:path h="2171699" w="6086474">
                <a:moveTo>
                  <a:pt x="0" y="0"/>
                </a:moveTo>
                <a:lnTo>
                  <a:pt x="6086474" y="0"/>
                </a:lnTo>
                <a:lnTo>
                  <a:pt x="6086474" y="2171699"/>
                </a:lnTo>
                <a:lnTo>
                  <a:pt x="0" y="2171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" name="object 134"/>
          <p:cNvSpPr/>
          <p:nvPr/>
        </p:nvSpPr>
        <p:spPr>
          <a:xfrm>
            <a:off x="380999" y="5048249"/>
            <a:ext cx="466724" cy="285749"/>
          </a:xfrm>
          <a:custGeom>
            <a:avLst/>
            <a:gdLst/>
            <a:ahLst/>
            <a:cxnLst/>
            <a:rect b="b" l="l" r="r" t="t"/>
            <a:pathLst>
              <a:path h="285749" w="466724">
                <a:moveTo>
                  <a:pt x="466724" y="0"/>
                </a:moveTo>
                <a:lnTo>
                  <a:pt x="466724" y="285749"/>
                </a:lnTo>
                <a:lnTo>
                  <a:pt x="0" y="285749"/>
                </a:lnTo>
                <a:lnTo>
                  <a:pt x="0" y="0"/>
                </a:lnTo>
                <a:lnTo>
                  <a:pt x="46672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" name="object 135"/>
          <p:cNvSpPr/>
          <p:nvPr/>
        </p:nvSpPr>
        <p:spPr>
          <a:xfrm>
            <a:off x="842962" y="504824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" name="object 136"/>
          <p:cNvSpPr/>
          <p:nvPr/>
        </p:nvSpPr>
        <p:spPr>
          <a:xfrm>
            <a:off x="380999" y="5329237"/>
            <a:ext cx="466724" cy="0"/>
          </a:xfrm>
          <a:custGeom>
            <a:avLst/>
            <a:gdLst/>
            <a:ahLst/>
            <a:cxnLst/>
            <a:rect b="b" l="l" r="r" t="t"/>
            <a:pathLst>
              <a:path h="0" w="466724">
                <a:moveTo>
                  <a:pt x="0" y="0"/>
                </a:moveTo>
                <a:lnTo>
                  <a:pt x="46672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" name="object 137"/>
          <p:cNvSpPr/>
          <p:nvPr/>
        </p:nvSpPr>
        <p:spPr>
          <a:xfrm>
            <a:off x="847724" y="5048249"/>
            <a:ext cx="552449" cy="285749"/>
          </a:xfrm>
          <a:custGeom>
            <a:avLst/>
            <a:gdLst/>
            <a:ahLst/>
            <a:cxnLst/>
            <a:rect b="b" l="l" r="r" t="t"/>
            <a:pathLst>
              <a:path h="285749" w="552449">
                <a:moveTo>
                  <a:pt x="552449" y="0"/>
                </a:moveTo>
                <a:lnTo>
                  <a:pt x="552449" y="285749"/>
                </a:lnTo>
                <a:lnTo>
                  <a:pt x="0" y="285749"/>
                </a:lnTo>
                <a:lnTo>
                  <a:pt x="0" y="0"/>
                </a:lnTo>
                <a:lnTo>
                  <a:pt x="5524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" name="object 138"/>
          <p:cNvSpPr/>
          <p:nvPr/>
        </p:nvSpPr>
        <p:spPr>
          <a:xfrm>
            <a:off x="1395412" y="504824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" name="object 139"/>
          <p:cNvSpPr/>
          <p:nvPr/>
        </p:nvSpPr>
        <p:spPr>
          <a:xfrm>
            <a:off x="847724" y="5329237"/>
            <a:ext cx="552449" cy="0"/>
          </a:xfrm>
          <a:custGeom>
            <a:avLst/>
            <a:gdLst/>
            <a:ahLst/>
            <a:cxnLst/>
            <a:rect b="b" l="l" r="r" t="t"/>
            <a:pathLst>
              <a:path h="0" w="552449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" name="object 140"/>
          <p:cNvSpPr/>
          <p:nvPr/>
        </p:nvSpPr>
        <p:spPr>
          <a:xfrm>
            <a:off x="1400174" y="5048249"/>
            <a:ext cx="390524" cy="285749"/>
          </a:xfrm>
          <a:custGeom>
            <a:avLst/>
            <a:gdLst/>
            <a:ahLst/>
            <a:cxnLst/>
            <a:rect b="b" l="l" r="r" t="t"/>
            <a:pathLst>
              <a:path h="285749" w="390524">
                <a:moveTo>
                  <a:pt x="390524" y="0"/>
                </a:moveTo>
                <a:lnTo>
                  <a:pt x="390524" y="285749"/>
                </a:lnTo>
                <a:lnTo>
                  <a:pt x="0" y="285749"/>
                </a:lnTo>
                <a:lnTo>
                  <a:pt x="0" y="0"/>
                </a:lnTo>
                <a:lnTo>
                  <a:pt x="390524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" name="object 141"/>
          <p:cNvSpPr/>
          <p:nvPr/>
        </p:nvSpPr>
        <p:spPr>
          <a:xfrm>
            <a:off x="1785937" y="504824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" name="object 142"/>
          <p:cNvSpPr/>
          <p:nvPr/>
        </p:nvSpPr>
        <p:spPr>
          <a:xfrm>
            <a:off x="1400174" y="5329237"/>
            <a:ext cx="390524" cy="0"/>
          </a:xfrm>
          <a:custGeom>
            <a:avLst/>
            <a:gdLst/>
            <a:ahLst/>
            <a:cxnLst/>
            <a:rect b="b" l="l" r="r" t="t"/>
            <a:pathLst>
              <a:path h="0" w="390524">
                <a:moveTo>
                  <a:pt x="0" y="0"/>
                </a:moveTo>
                <a:lnTo>
                  <a:pt x="390524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" name="object 143"/>
          <p:cNvSpPr/>
          <p:nvPr/>
        </p:nvSpPr>
        <p:spPr>
          <a:xfrm>
            <a:off x="1790699" y="5048249"/>
            <a:ext cx="1219199" cy="285749"/>
          </a:xfrm>
          <a:custGeom>
            <a:avLst/>
            <a:gdLst/>
            <a:ahLst/>
            <a:cxnLst/>
            <a:rect b="b" l="l" r="r" t="t"/>
            <a:pathLst>
              <a:path h="285749" w="1219199">
                <a:moveTo>
                  <a:pt x="1219199" y="0"/>
                </a:moveTo>
                <a:lnTo>
                  <a:pt x="1219199" y="285749"/>
                </a:lnTo>
                <a:lnTo>
                  <a:pt x="0" y="285749"/>
                </a:lnTo>
                <a:lnTo>
                  <a:pt x="0" y="0"/>
                </a:lnTo>
                <a:lnTo>
                  <a:pt x="12191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" name="object 144"/>
          <p:cNvSpPr/>
          <p:nvPr/>
        </p:nvSpPr>
        <p:spPr>
          <a:xfrm>
            <a:off x="3005137" y="504824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" name="object 145"/>
          <p:cNvSpPr/>
          <p:nvPr/>
        </p:nvSpPr>
        <p:spPr>
          <a:xfrm>
            <a:off x="1790699" y="5329237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" name="object 146"/>
          <p:cNvSpPr/>
          <p:nvPr/>
        </p:nvSpPr>
        <p:spPr>
          <a:xfrm>
            <a:off x="3009899" y="5048249"/>
            <a:ext cx="685799" cy="285749"/>
          </a:xfrm>
          <a:custGeom>
            <a:avLst/>
            <a:gdLst/>
            <a:ahLst/>
            <a:cxnLst/>
            <a:rect b="b" l="l" r="r" t="t"/>
            <a:pathLst>
              <a:path h="285749" w="685799">
                <a:moveTo>
                  <a:pt x="685799" y="0"/>
                </a:moveTo>
                <a:lnTo>
                  <a:pt x="685799" y="285749"/>
                </a:lnTo>
                <a:lnTo>
                  <a:pt x="0" y="285749"/>
                </a:lnTo>
                <a:lnTo>
                  <a:pt x="0" y="0"/>
                </a:lnTo>
                <a:lnTo>
                  <a:pt x="68579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" name="object 147"/>
          <p:cNvSpPr/>
          <p:nvPr/>
        </p:nvSpPr>
        <p:spPr>
          <a:xfrm>
            <a:off x="3690937" y="5048249"/>
            <a:ext cx="0" cy="285749"/>
          </a:xfrm>
          <a:custGeom>
            <a:avLst/>
            <a:gdLst/>
            <a:ahLst/>
            <a:cxnLst/>
            <a:rect b="b" l="l" r="r" t="t"/>
            <a:pathLst>
              <a:path h="285749" w="0">
                <a:moveTo>
                  <a:pt x="0" y="285749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" name="object 148"/>
          <p:cNvSpPr/>
          <p:nvPr/>
        </p:nvSpPr>
        <p:spPr>
          <a:xfrm>
            <a:off x="3009899" y="5329237"/>
            <a:ext cx="685799" cy="0"/>
          </a:xfrm>
          <a:custGeom>
            <a:avLst/>
            <a:gdLst/>
            <a:ahLst/>
            <a:cxnLst/>
            <a:rect b="b" l="l" r="r" t="t"/>
            <a:pathLst>
              <a:path h="0"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" name="object 149"/>
          <p:cNvSpPr/>
          <p:nvPr/>
        </p:nvSpPr>
        <p:spPr>
          <a:xfrm>
            <a:off x="3695699" y="5048249"/>
            <a:ext cx="1619249" cy="285749"/>
          </a:xfrm>
          <a:custGeom>
            <a:avLst/>
            <a:gdLst/>
            <a:ahLst/>
            <a:cxnLst/>
            <a:rect b="b" l="l" r="r" t="t"/>
            <a:pathLst>
              <a:path h="285749" w="1619249">
                <a:moveTo>
                  <a:pt x="1619249" y="0"/>
                </a:moveTo>
                <a:lnTo>
                  <a:pt x="1619249" y="285749"/>
                </a:lnTo>
                <a:lnTo>
                  <a:pt x="0" y="285749"/>
                </a:lnTo>
                <a:lnTo>
                  <a:pt x="0" y="0"/>
                </a:lnTo>
                <a:lnTo>
                  <a:pt x="1619249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" name="object 150"/>
          <p:cNvSpPr/>
          <p:nvPr/>
        </p:nvSpPr>
        <p:spPr>
          <a:xfrm>
            <a:off x="3695699" y="5329237"/>
            <a:ext cx="1619249" cy="0"/>
          </a:xfrm>
          <a:custGeom>
            <a:avLst/>
            <a:gdLst/>
            <a:ahLst/>
            <a:cxnLst/>
            <a:rect b="b" l="l" r="r" t="t"/>
            <a:pathLst>
              <a:path h="0" w="1619249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0794">
            <a:solidFill>
              <a:srgbClr val="41677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" name="object 151"/>
          <p:cNvSpPr/>
          <p:nvPr/>
        </p:nvSpPr>
        <p:spPr>
          <a:xfrm>
            <a:off x="380999" y="5333999"/>
            <a:ext cx="466724" cy="200024"/>
          </a:xfrm>
          <a:custGeom>
            <a:avLst/>
            <a:gdLst/>
            <a:ahLst/>
            <a:cxnLst/>
            <a:rect b="b" l="l" r="r" t="t"/>
            <a:pathLst>
              <a:path h="200024" w="466724">
                <a:moveTo>
                  <a:pt x="0" y="0"/>
                </a:moveTo>
                <a:lnTo>
                  <a:pt x="466724" y="0"/>
                </a:lnTo>
                <a:lnTo>
                  <a:pt x="4667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" name="object 152"/>
          <p:cNvSpPr/>
          <p:nvPr/>
        </p:nvSpPr>
        <p:spPr>
          <a:xfrm>
            <a:off x="380999" y="5529262"/>
            <a:ext cx="466724" cy="0"/>
          </a:xfrm>
          <a:custGeom>
            <a:avLst/>
            <a:gdLst/>
            <a:ahLst/>
            <a:cxnLst/>
            <a:rect b="b" l="l" r="r" t="t"/>
            <a:pathLst>
              <a:path h="0" w="466724">
                <a:moveTo>
                  <a:pt x="0" y="0"/>
                </a:moveTo>
                <a:lnTo>
                  <a:pt x="4667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" name="object 153"/>
          <p:cNvSpPr/>
          <p:nvPr/>
        </p:nvSpPr>
        <p:spPr>
          <a:xfrm>
            <a:off x="842962" y="53339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" name="object 154"/>
          <p:cNvSpPr/>
          <p:nvPr/>
        </p:nvSpPr>
        <p:spPr>
          <a:xfrm>
            <a:off x="847724" y="5333999"/>
            <a:ext cx="552449" cy="200024"/>
          </a:xfrm>
          <a:custGeom>
            <a:avLst/>
            <a:gdLst/>
            <a:ahLst/>
            <a:cxnLst/>
            <a:rect b="b" l="l" r="r" t="t"/>
            <a:pathLst>
              <a:path h="200024" w="552449">
                <a:moveTo>
                  <a:pt x="0" y="0"/>
                </a:moveTo>
                <a:lnTo>
                  <a:pt x="552449" y="0"/>
                </a:lnTo>
                <a:lnTo>
                  <a:pt x="5524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" name="object 155"/>
          <p:cNvSpPr/>
          <p:nvPr/>
        </p:nvSpPr>
        <p:spPr>
          <a:xfrm>
            <a:off x="847724" y="5529262"/>
            <a:ext cx="552449" cy="0"/>
          </a:xfrm>
          <a:custGeom>
            <a:avLst/>
            <a:gdLst/>
            <a:ahLst/>
            <a:cxnLst/>
            <a:rect b="b" l="l" r="r" t="t"/>
            <a:pathLst>
              <a:path h="0" w="552449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" name="object 156"/>
          <p:cNvSpPr/>
          <p:nvPr/>
        </p:nvSpPr>
        <p:spPr>
          <a:xfrm>
            <a:off x="1395412" y="53339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" name="object 157"/>
          <p:cNvSpPr/>
          <p:nvPr/>
        </p:nvSpPr>
        <p:spPr>
          <a:xfrm>
            <a:off x="1400174" y="5333999"/>
            <a:ext cx="390524" cy="200024"/>
          </a:xfrm>
          <a:custGeom>
            <a:avLst/>
            <a:gdLst/>
            <a:ahLst/>
            <a:cxnLst/>
            <a:rect b="b" l="l" r="r" t="t"/>
            <a:pathLst>
              <a:path h="200024" w="390524">
                <a:moveTo>
                  <a:pt x="0" y="0"/>
                </a:moveTo>
                <a:lnTo>
                  <a:pt x="390524" y="0"/>
                </a:lnTo>
                <a:lnTo>
                  <a:pt x="3905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" name="object 158"/>
          <p:cNvSpPr/>
          <p:nvPr/>
        </p:nvSpPr>
        <p:spPr>
          <a:xfrm>
            <a:off x="1400174" y="5529262"/>
            <a:ext cx="390524" cy="0"/>
          </a:xfrm>
          <a:custGeom>
            <a:avLst/>
            <a:gdLst/>
            <a:ahLst/>
            <a:cxnLst/>
            <a:rect b="b" l="l" r="r" t="t"/>
            <a:pathLst>
              <a:path h="0" w="390524">
                <a:moveTo>
                  <a:pt x="0" y="0"/>
                </a:moveTo>
                <a:lnTo>
                  <a:pt x="3905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" name="object 159"/>
          <p:cNvSpPr/>
          <p:nvPr/>
        </p:nvSpPr>
        <p:spPr>
          <a:xfrm>
            <a:off x="1785937" y="53339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" name="object 160"/>
          <p:cNvSpPr/>
          <p:nvPr/>
        </p:nvSpPr>
        <p:spPr>
          <a:xfrm>
            <a:off x="1790699" y="5333999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" name="object 161"/>
          <p:cNvSpPr/>
          <p:nvPr/>
        </p:nvSpPr>
        <p:spPr>
          <a:xfrm>
            <a:off x="1790699" y="5529262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" name="object 162"/>
          <p:cNvSpPr/>
          <p:nvPr/>
        </p:nvSpPr>
        <p:spPr>
          <a:xfrm>
            <a:off x="3005137" y="53339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" name="object 163"/>
          <p:cNvSpPr/>
          <p:nvPr/>
        </p:nvSpPr>
        <p:spPr>
          <a:xfrm>
            <a:off x="3009899" y="5333999"/>
            <a:ext cx="685799" cy="200024"/>
          </a:xfrm>
          <a:custGeom>
            <a:avLst/>
            <a:gdLst/>
            <a:ahLst/>
            <a:cxnLst/>
            <a:rect b="b" l="l" r="r" t="t"/>
            <a:pathLst>
              <a:path h="200024" w="685799">
                <a:moveTo>
                  <a:pt x="0" y="0"/>
                </a:moveTo>
                <a:lnTo>
                  <a:pt x="685799" y="0"/>
                </a:lnTo>
                <a:lnTo>
                  <a:pt x="6857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" name="object 164"/>
          <p:cNvSpPr/>
          <p:nvPr/>
        </p:nvSpPr>
        <p:spPr>
          <a:xfrm>
            <a:off x="3009899" y="5529262"/>
            <a:ext cx="685799" cy="0"/>
          </a:xfrm>
          <a:custGeom>
            <a:avLst/>
            <a:gdLst/>
            <a:ahLst/>
            <a:cxnLst/>
            <a:rect b="b" l="l" r="r" t="t"/>
            <a:pathLst>
              <a:path h="0"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5" name="object 165"/>
          <p:cNvSpPr/>
          <p:nvPr/>
        </p:nvSpPr>
        <p:spPr>
          <a:xfrm>
            <a:off x="3690937" y="53339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6" name="object 166"/>
          <p:cNvSpPr/>
          <p:nvPr/>
        </p:nvSpPr>
        <p:spPr>
          <a:xfrm>
            <a:off x="3695699" y="5333999"/>
            <a:ext cx="1619249" cy="200024"/>
          </a:xfrm>
          <a:custGeom>
            <a:avLst/>
            <a:gdLst/>
            <a:ahLst/>
            <a:cxnLst/>
            <a:rect b="b" l="l" r="r" t="t"/>
            <a:pathLst>
              <a:path h="200024" w="1619249">
                <a:moveTo>
                  <a:pt x="0" y="0"/>
                </a:moveTo>
                <a:lnTo>
                  <a:pt x="1619249" y="0"/>
                </a:lnTo>
                <a:lnTo>
                  <a:pt x="16192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7" name="object 167"/>
          <p:cNvSpPr/>
          <p:nvPr/>
        </p:nvSpPr>
        <p:spPr>
          <a:xfrm>
            <a:off x="3695699" y="5529262"/>
            <a:ext cx="1619249" cy="0"/>
          </a:xfrm>
          <a:custGeom>
            <a:avLst/>
            <a:gdLst/>
            <a:ahLst/>
            <a:cxnLst/>
            <a:rect b="b" l="l" r="r" t="t"/>
            <a:pathLst>
              <a:path h="0" w="1619249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8" name="object 168"/>
          <p:cNvSpPr/>
          <p:nvPr/>
        </p:nvSpPr>
        <p:spPr>
          <a:xfrm>
            <a:off x="380999" y="5534024"/>
            <a:ext cx="466724" cy="200024"/>
          </a:xfrm>
          <a:custGeom>
            <a:avLst/>
            <a:gdLst/>
            <a:ahLst/>
            <a:cxnLst/>
            <a:rect b="b" l="l" r="r" t="t"/>
            <a:pathLst>
              <a:path h="200024" w="466724">
                <a:moveTo>
                  <a:pt x="0" y="0"/>
                </a:moveTo>
                <a:lnTo>
                  <a:pt x="466724" y="0"/>
                </a:lnTo>
                <a:lnTo>
                  <a:pt x="4667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9" name="object 169"/>
          <p:cNvSpPr/>
          <p:nvPr/>
        </p:nvSpPr>
        <p:spPr>
          <a:xfrm>
            <a:off x="380999" y="5729287"/>
            <a:ext cx="466724" cy="0"/>
          </a:xfrm>
          <a:custGeom>
            <a:avLst/>
            <a:gdLst/>
            <a:ahLst/>
            <a:cxnLst/>
            <a:rect b="b" l="l" r="r" t="t"/>
            <a:pathLst>
              <a:path h="0" w="466724">
                <a:moveTo>
                  <a:pt x="0" y="0"/>
                </a:moveTo>
                <a:lnTo>
                  <a:pt x="4667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0" name="object 170"/>
          <p:cNvSpPr/>
          <p:nvPr/>
        </p:nvSpPr>
        <p:spPr>
          <a:xfrm>
            <a:off x="842962" y="55340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1" name="object 171"/>
          <p:cNvSpPr/>
          <p:nvPr/>
        </p:nvSpPr>
        <p:spPr>
          <a:xfrm>
            <a:off x="847724" y="5534024"/>
            <a:ext cx="552449" cy="200024"/>
          </a:xfrm>
          <a:custGeom>
            <a:avLst/>
            <a:gdLst/>
            <a:ahLst/>
            <a:cxnLst/>
            <a:rect b="b" l="l" r="r" t="t"/>
            <a:pathLst>
              <a:path h="200024" w="552449">
                <a:moveTo>
                  <a:pt x="0" y="0"/>
                </a:moveTo>
                <a:lnTo>
                  <a:pt x="552449" y="0"/>
                </a:lnTo>
                <a:lnTo>
                  <a:pt x="5524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2" name="object 172"/>
          <p:cNvSpPr/>
          <p:nvPr/>
        </p:nvSpPr>
        <p:spPr>
          <a:xfrm>
            <a:off x="847724" y="5729287"/>
            <a:ext cx="552449" cy="0"/>
          </a:xfrm>
          <a:custGeom>
            <a:avLst/>
            <a:gdLst/>
            <a:ahLst/>
            <a:cxnLst/>
            <a:rect b="b" l="l" r="r" t="t"/>
            <a:pathLst>
              <a:path h="0" w="552449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3" name="object 173"/>
          <p:cNvSpPr/>
          <p:nvPr/>
        </p:nvSpPr>
        <p:spPr>
          <a:xfrm>
            <a:off x="1395412" y="55340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4" name="object 174"/>
          <p:cNvSpPr/>
          <p:nvPr/>
        </p:nvSpPr>
        <p:spPr>
          <a:xfrm>
            <a:off x="1400174" y="5534024"/>
            <a:ext cx="390524" cy="200024"/>
          </a:xfrm>
          <a:custGeom>
            <a:avLst/>
            <a:gdLst/>
            <a:ahLst/>
            <a:cxnLst/>
            <a:rect b="b" l="l" r="r" t="t"/>
            <a:pathLst>
              <a:path h="200024" w="390524">
                <a:moveTo>
                  <a:pt x="0" y="0"/>
                </a:moveTo>
                <a:lnTo>
                  <a:pt x="390524" y="0"/>
                </a:lnTo>
                <a:lnTo>
                  <a:pt x="3905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5" name="object 175"/>
          <p:cNvSpPr/>
          <p:nvPr/>
        </p:nvSpPr>
        <p:spPr>
          <a:xfrm>
            <a:off x="1400174" y="5729287"/>
            <a:ext cx="390524" cy="0"/>
          </a:xfrm>
          <a:custGeom>
            <a:avLst/>
            <a:gdLst/>
            <a:ahLst/>
            <a:cxnLst/>
            <a:rect b="b" l="l" r="r" t="t"/>
            <a:pathLst>
              <a:path h="0" w="390524">
                <a:moveTo>
                  <a:pt x="0" y="0"/>
                </a:moveTo>
                <a:lnTo>
                  <a:pt x="3905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6" name="object 176"/>
          <p:cNvSpPr/>
          <p:nvPr/>
        </p:nvSpPr>
        <p:spPr>
          <a:xfrm>
            <a:off x="1785937" y="55340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7" name="object 177"/>
          <p:cNvSpPr/>
          <p:nvPr/>
        </p:nvSpPr>
        <p:spPr>
          <a:xfrm>
            <a:off x="1790699" y="5534024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8" name="object 178"/>
          <p:cNvSpPr/>
          <p:nvPr/>
        </p:nvSpPr>
        <p:spPr>
          <a:xfrm>
            <a:off x="1790699" y="5729287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79" name="object 179"/>
          <p:cNvSpPr/>
          <p:nvPr/>
        </p:nvSpPr>
        <p:spPr>
          <a:xfrm>
            <a:off x="3005137" y="55340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0" name="object 180"/>
          <p:cNvSpPr/>
          <p:nvPr/>
        </p:nvSpPr>
        <p:spPr>
          <a:xfrm>
            <a:off x="3009899" y="5534024"/>
            <a:ext cx="685799" cy="200024"/>
          </a:xfrm>
          <a:custGeom>
            <a:avLst/>
            <a:gdLst/>
            <a:ahLst/>
            <a:cxnLst/>
            <a:rect b="b" l="l" r="r" t="t"/>
            <a:pathLst>
              <a:path h="200024" w="685799">
                <a:moveTo>
                  <a:pt x="0" y="0"/>
                </a:moveTo>
                <a:lnTo>
                  <a:pt x="685799" y="0"/>
                </a:lnTo>
                <a:lnTo>
                  <a:pt x="6857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1" name="object 181"/>
          <p:cNvSpPr/>
          <p:nvPr/>
        </p:nvSpPr>
        <p:spPr>
          <a:xfrm>
            <a:off x="3009899" y="5729287"/>
            <a:ext cx="685799" cy="0"/>
          </a:xfrm>
          <a:custGeom>
            <a:avLst/>
            <a:gdLst/>
            <a:ahLst/>
            <a:cxnLst/>
            <a:rect b="b" l="l" r="r" t="t"/>
            <a:pathLst>
              <a:path h="0"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2" name="object 182"/>
          <p:cNvSpPr/>
          <p:nvPr/>
        </p:nvSpPr>
        <p:spPr>
          <a:xfrm>
            <a:off x="3690937" y="55340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3" name="object 183"/>
          <p:cNvSpPr/>
          <p:nvPr/>
        </p:nvSpPr>
        <p:spPr>
          <a:xfrm>
            <a:off x="3695699" y="5534024"/>
            <a:ext cx="1619249" cy="200024"/>
          </a:xfrm>
          <a:custGeom>
            <a:avLst/>
            <a:gdLst/>
            <a:ahLst/>
            <a:cxnLst/>
            <a:rect b="b" l="l" r="r" t="t"/>
            <a:pathLst>
              <a:path h="200024" w="1619249">
                <a:moveTo>
                  <a:pt x="0" y="0"/>
                </a:moveTo>
                <a:lnTo>
                  <a:pt x="1619249" y="0"/>
                </a:lnTo>
                <a:lnTo>
                  <a:pt x="16192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4" name="object 184"/>
          <p:cNvSpPr/>
          <p:nvPr/>
        </p:nvSpPr>
        <p:spPr>
          <a:xfrm>
            <a:off x="3695699" y="5729287"/>
            <a:ext cx="1619249" cy="0"/>
          </a:xfrm>
          <a:custGeom>
            <a:avLst/>
            <a:gdLst/>
            <a:ahLst/>
            <a:cxnLst/>
            <a:rect b="b" l="l" r="r" t="t"/>
            <a:pathLst>
              <a:path h="0" w="1619249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5" name="object 185"/>
          <p:cNvSpPr/>
          <p:nvPr/>
        </p:nvSpPr>
        <p:spPr>
          <a:xfrm>
            <a:off x="380999" y="5734049"/>
            <a:ext cx="466724" cy="200024"/>
          </a:xfrm>
          <a:custGeom>
            <a:avLst/>
            <a:gdLst/>
            <a:ahLst/>
            <a:cxnLst/>
            <a:rect b="b" l="l" r="r" t="t"/>
            <a:pathLst>
              <a:path h="200024" w="466724">
                <a:moveTo>
                  <a:pt x="0" y="0"/>
                </a:moveTo>
                <a:lnTo>
                  <a:pt x="466724" y="0"/>
                </a:lnTo>
                <a:lnTo>
                  <a:pt x="4667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6" name="object 186"/>
          <p:cNvSpPr/>
          <p:nvPr/>
        </p:nvSpPr>
        <p:spPr>
          <a:xfrm>
            <a:off x="380999" y="5929312"/>
            <a:ext cx="466724" cy="0"/>
          </a:xfrm>
          <a:custGeom>
            <a:avLst/>
            <a:gdLst/>
            <a:ahLst/>
            <a:cxnLst/>
            <a:rect b="b" l="l" r="r" t="t"/>
            <a:pathLst>
              <a:path h="0" w="466724">
                <a:moveTo>
                  <a:pt x="0" y="0"/>
                </a:moveTo>
                <a:lnTo>
                  <a:pt x="4667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7" name="object 187"/>
          <p:cNvSpPr/>
          <p:nvPr/>
        </p:nvSpPr>
        <p:spPr>
          <a:xfrm>
            <a:off x="842962" y="57340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8" name="object 188"/>
          <p:cNvSpPr/>
          <p:nvPr/>
        </p:nvSpPr>
        <p:spPr>
          <a:xfrm>
            <a:off x="847724" y="5734049"/>
            <a:ext cx="552449" cy="200024"/>
          </a:xfrm>
          <a:custGeom>
            <a:avLst/>
            <a:gdLst/>
            <a:ahLst/>
            <a:cxnLst/>
            <a:rect b="b" l="l" r="r" t="t"/>
            <a:pathLst>
              <a:path h="200024" w="552449">
                <a:moveTo>
                  <a:pt x="0" y="0"/>
                </a:moveTo>
                <a:lnTo>
                  <a:pt x="552449" y="0"/>
                </a:lnTo>
                <a:lnTo>
                  <a:pt x="5524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89" name="object 189"/>
          <p:cNvSpPr/>
          <p:nvPr/>
        </p:nvSpPr>
        <p:spPr>
          <a:xfrm>
            <a:off x="847724" y="5929312"/>
            <a:ext cx="552449" cy="0"/>
          </a:xfrm>
          <a:custGeom>
            <a:avLst/>
            <a:gdLst/>
            <a:ahLst/>
            <a:cxnLst/>
            <a:rect b="b" l="l" r="r" t="t"/>
            <a:pathLst>
              <a:path h="0" w="552449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0" name="object 190"/>
          <p:cNvSpPr/>
          <p:nvPr/>
        </p:nvSpPr>
        <p:spPr>
          <a:xfrm>
            <a:off x="1395412" y="57340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1" name="object 191"/>
          <p:cNvSpPr/>
          <p:nvPr/>
        </p:nvSpPr>
        <p:spPr>
          <a:xfrm>
            <a:off x="1400174" y="5734049"/>
            <a:ext cx="390524" cy="200024"/>
          </a:xfrm>
          <a:custGeom>
            <a:avLst/>
            <a:gdLst/>
            <a:ahLst/>
            <a:cxnLst/>
            <a:rect b="b" l="l" r="r" t="t"/>
            <a:pathLst>
              <a:path h="200024" w="390524">
                <a:moveTo>
                  <a:pt x="0" y="0"/>
                </a:moveTo>
                <a:lnTo>
                  <a:pt x="390524" y="0"/>
                </a:lnTo>
                <a:lnTo>
                  <a:pt x="3905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2" name="object 192"/>
          <p:cNvSpPr/>
          <p:nvPr/>
        </p:nvSpPr>
        <p:spPr>
          <a:xfrm>
            <a:off x="1400174" y="5929312"/>
            <a:ext cx="390524" cy="0"/>
          </a:xfrm>
          <a:custGeom>
            <a:avLst/>
            <a:gdLst/>
            <a:ahLst/>
            <a:cxnLst/>
            <a:rect b="b" l="l" r="r" t="t"/>
            <a:pathLst>
              <a:path h="0" w="390524">
                <a:moveTo>
                  <a:pt x="0" y="0"/>
                </a:moveTo>
                <a:lnTo>
                  <a:pt x="3905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3" name="object 193"/>
          <p:cNvSpPr/>
          <p:nvPr/>
        </p:nvSpPr>
        <p:spPr>
          <a:xfrm>
            <a:off x="1785937" y="57340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4" name="object 194"/>
          <p:cNvSpPr/>
          <p:nvPr/>
        </p:nvSpPr>
        <p:spPr>
          <a:xfrm>
            <a:off x="1790699" y="5734049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5" name="object 195"/>
          <p:cNvSpPr/>
          <p:nvPr/>
        </p:nvSpPr>
        <p:spPr>
          <a:xfrm>
            <a:off x="1790699" y="5929312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6" name="object 196"/>
          <p:cNvSpPr/>
          <p:nvPr/>
        </p:nvSpPr>
        <p:spPr>
          <a:xfrm>
            <a:off x="3005137" y="57340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7" name="object 197"/>
          <p:cNvSpPr/>
          <p:nvPr/>
        </p:nvSpPr>
        <p:spPr>
          <a:xfrm>
            <a:off x="3009899" y="5734049"/>
            <a:ext cx="685799" cy="200024"/>
          </a:xfrm>
          <a:custGeom>
            <a:avLst/>
            <a:gdLst/>
            <a:ahLst/>
            <a:cxnLst/>
            <a:rect b="b" l="l" r="r" t="t"/>
            <a:pathLst>
              <a:path h="200024" w="685799">
                <a:moveTo>
                  <a:pt x="0" y="0"/>
                </a:moveTo>
                <a:lnTo>
                  <a:pt x="685799" y="0"/>
                </a:lnTo>
                <a:lnTo>
                  <a:pt x="6857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8" name="object 198"/>
          <p:cNvSpPr/>
          <p:nvPr/>
        </p:nvSpPr>
        <p:spPr>
          <a:xfrm>
            <a:off x="3009899" y="5929312"/>
            <a:ext cx="685799" cy="0"/>
          </a:xfrm>
          <a:custGeom>
            <a:avLst/>
            <a:gdLst/>
            <a:ahLst/>
            <a:cxnLst/>
            <a:rect b="b" l="l" r="r" t="t"/>
            <a:pathLst>
              <a:path h="0"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99" name="object 199"/>
          <p:cNvSpPr/>
          <p:nvPr/>
        </p:nvSpPr>
        <p:spPr>
          <a:xfrm>
            <a:off x="3690937" y="57340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0" name="object 200"/>
          <p:cNvSpPr/>
          <p:nvPr/>
        </p:nvSpPr>
        <p:spPr>
          <a:xfrm>
            <a:off x="3695699" y="5734049"/>
            <a:ext cx="1619249" cy="200024"/>
          </a:xfrm>
          <a:custGeom>
            <a:avLst/>
            <a:gdLst/>
            <a:ahLst/>
            <a:cxnLst/>
            <a:rect b="b" l="l" r="r" t="t"/>
            <a:pathLst>
              <a:path h="200024" w="1619249">
                <a:moveTo>
                  <a:pt x="0" y="0"/>
                </a:moveTo>
                <a:lnTo>
                  <a:pt x="1619249" y="0"/>
                </a:lnTo>
                <a:lnTo>
                  <a:pt x="16192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1" name="object 201"/>
          <p:cNvSpPr/>
          <p:nvPr/>
        </p:nvSpPr>
        <p:spPr>
          <a:xfrm>
            <a:off x="3695699" y="5929312"/>
            <a:ext cx="1619249" cy="0"/>
          </a:xfrm>
          <a:custGeom>
            <a:avLst/>
            <a:gdLst/>
            <a:ahLst/>
            <a:cxnLst/>
            <a:rect b="b" l="l" r="r" t="t"/>
            <a:pathLst>
              <a:path h="0" w="1619249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2" name="object 202"/>
          <p:cNvSpPr/>
          <p:nvPr/>
        </p:nvSpPr>
        <p:spPr>
          <a:xfrm>
            <a:off x="380999" y="5934074"/>
            <a:ext cx="466724" cy="200024"/>
          </a:xfrm>
          <a:custGeom>
            <a:avLst/>
            <a:gdLst/>
            <a:ahLst/>
            <a:cxnLst/>
            <a:rect b="b" l="l" r="r" t="t"/>
            <a:pathLst>
              <a:path h="200024" w="466724">
                <a:moveTo>
                  <a:pt x="0" y="0"/>
                </a:moveTo>
                <a:lnTo>
                  <a:pt x="466724" y="0"/>
                </a:lnTo>
                <a:lnTo>
                  <a:pt x="4667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3" name="object 203"/>
          <p:cNvSpPr/>
          <p:nvPr/>
        </p:nvSpPr>
        <p:spPr>
          <a:xfrm>
            <a:off x="380999" y="6129337"/>
            <a:ext cx="466724" cy="0"/>
          </a:xfrm>
          <a:custGeom>
            <a:avLst/>
            <a:gdLst/>
            <a:ahLst/>
            <a:cxnLst/>
            <a:rect b="b" l="l" r="r" t="t"/>
            <a:pathLst>
              <a:path h="0" w="466724">
                <a:moveTo>
                  <a:pt x="0" y="0"/>
                </a:moveTo>
                <a:lnTo>
                  <a:pt x="4667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4" name="object 204"/>
          <p:cNvSpPr/>
          <p:nvPr/>
        </p:nvSpPr>
        <p:spPr>
          <a:xfrm>
            <a:off x="842962" y="59340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5" name="object 205"/>
          <p:cNvSpPr/>
          <p:nvPr/>
        </p:nvSpPr>
        <p:spPr>
          <a:xfrm>
            <a:off x="847724" y="5934074"/>
            <a:ext cx="552449" cy="200024"/>
          </a:xfrm>
          <a:custGeom>
            <a:avLst/>
            <a:gdLst/>
            <a:ahLst/>
            <a:cxnLst/>
            <a:rect b="b" l="l" r="r" t="t"/>
            <a:pathLst>
              <a:path h="200024" w="552449">
                <a:moveTo>
                  <a:pt x="0" y="0"/>
                </a:moveTo>
                <a:lnTo>
                  <a:pt x="552449" y="0"/>
                </a:lnTo>
                <a:lnTo>
                  <a:pt x="5524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6" name="object 206"/>
          <p:cNvSpPr/>
          <p:nvPr/>
        </p:nvSpPr>
        <p:spPr>
          <a:xfrm>
            <a:off x="847724" y="6129337"/>
            <a:ext cx="552449" cy="0"/>
          </a:xfrm>
          <a:custGeom>
            <a:avLst/>
            <a:gdLst/>
            <a:ahLst/>
            <a:cxnLst/>
            <a:rect b="b" l="l" r="r" t="t"/>
            <a:pathLst>
              <a:path h="0" w="552449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7" name="object 207"/>
          <p:cNvSpPr/>
          <p:nvPr/>
        </p:nvSpPr>
        <p:spPr>
          <a:xfrm>
            <a:off x="1395412" y="59340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8" name="object 208"/>
          <p:cNvSpPr/>
          <p:nvPr/>
        </p:nvSpPr>
        <p:spPr>
          <a:xfrm>
            <a:off x="1400174" y="5934074"/>
            <a:ext cx="390524" cy="200024"/>
          </a:xfrm>
          <a:custGeom>
            <a:avLst/>
            <a:gdLst/>
            <a:ahLst/>
            <a:cxnLst/>
            <a:rect b="b" l="l" r="r" t="t"/>
            <a:pathLst>
              <a:path h="200024" w="390524">
                <a:moveTo>
                  <a:pt x="0" y="0"/>
                </a:moveTo>
                <a:lnTo>
                  <a:pt x="390524" y="0"/>
                </a:lnTo>
                <a:lnTo>
                  <a:pt x="3905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09" name="object 209"/>
          <p:cNvSpPr/>
          <p:nvPr/>
        </p:nvSpPr>
        <p:spPr>
          <a:xfrm>
            <a:off x="1400174" y="6129337"/>
            <a:ext cx="390524" cy="0"/>
          </a:xfrm>
          <a:custGeom>
            <a:avLst/>
            <a:gdLst/>
            <a:ahLst/>
            <a:cxnLst/>
            <a:rect b="b" l="l" r="r" t="t"/>
            <a:pathLst>
              <a:path h="0" w="390524">
                <a:moveTo>
                  <a:pt x="0" y="0"/>
                </a:moveTo>
                <a:lnTo>
                  <a:pt x="3905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0" name="object 210"/>
          <p:cNvSpPr/>
          <p:nvPr/>
        </p:nvSpPr>
        <p:spPr>
          <a:xfrm>
            <a:off x="1785937" y="59340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1" name="object 211"/>
          <p:cNvSpPr/>
          <p:nvPr/>
        </p:nvSpPr>
        <p:spPr>
          <a:xfrm>
            <a:off x="1790699" y="5934074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2" name="object 212"/>
          <p:cNvSpPr/>
          <p:nvPr/>
        </p:nvSpPr>
        <p:spPr>
          <a:xfrm>
            <a:off x="1790699" y="6129337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3" name="object 213"/>
          <p:cNvSpPr/>
          <p:nvPr/>
        </p:nvSpPr>
        <p:spPr>
          <a:xfrm>
            <a:off x="3005137" y="59340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4" name="object 214"/>
          <p:cNvSpPr/>
          <p:nvPr/>
        </p:nvSpPr>
        <p:spPr>
          <a:xfrm>
            <a:off x="3009899" y="5934074"/>
            <a:ext cx="685799" cy="200024"/>
          </a:xfrm>
          <a:custGeom>
            <a:avLst/>
            <a:gdLst/>
            <a:ahLst/>
            <a:cxnLst/>
            <a:rect b="b" l="l" r="r" t="t"/>
            <a:pathLst>
              <a:path h="200024" w="685799">
                <a:moveTo>
                  <a:pt x="0" y="0"/>
                </a:moveTo>
                <a:lnTo>
                  <a:pt x="685799" y="0"/>
                </a:lnTo>
                <a:lnTo>
                  <a:pt x="6857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5" name="object 215"/>
          <p:cNvSpPr/>
          <p:nvPr/>
        </p:nvSpPr>
        <p:spPr>
          <a:xfrm>
            <a:off x="3009899" y="6129337"/>
            <a:ext cx="685799" cy="0"/>
          </a:xfrm>
          <a:custGeom>
            <a:avLst/>
            <a:gdLst/>
            <a:ahLst/>
            <a:cxnLst/>
            <a:rect b="b" l="l" r="r" t="t"/>
            <a:pathLst>
              <a:path h="0"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6" name="object 216"/>
          <p:cNvSpPr/>
          <p:nvPr/>
        </p:nvSpPr>
        <p:spPr>
          <a:xfrm>
            <a:off x="3690937" y="593407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7" name="object 217"/>
          <p:cNvSpPr/>
          <p:nvPr/>
        </p:nvSpPr>
        <p:spPr>
          <a:xfrm>
            <a:off x="3695699" y="5934074"/>
            <a:ext cx="1619249" cy="200024"/>
          </a:xfrm>
          <a:custGeom>
            <a:avLst/>
            <a:gdLst/>
            <a:ahLst/>
            <a:cxnLst/>
            <a:rect b="b" l="l" r="r" t="t"/>
            <a:pathLst>
              <a:path h="200024" w="1619249">
                <a:moveTo>
                  <a:pt x="0" y="0"/>
                </a:moveTo>
                <a:lnTo>
                  <a:pt x="1619249" y="0"/>
                </a:lnTo>
                <a:lnTo>
                  <a:pt x="16192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8" name="object 218"/>
          <p:cNvSpPr/>
          <p:nvPr/>
        </p:nvSpPr>
        <p:spPr>
          <a:xfrm>
            <a:off x="3695699" y="6129337"/>
            <a:ext cx="1619249" cy="0"/>
          </a:xfrm>
          <a:custGeom>
            <a:avLst/>
            <a:gdLst/>
            <a:ahLst/>
            <a:cxnLst/>
            <a:rect b="b" l="l" r="r" t="t"/>
            <a:pathLst>
              <a:path h="0" w="1619249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19" name="object 219"/>
          <p:cNvSpPr/>
          <p:nvPr/>
        </p:nvSpPr>
        <p:spPr>
          <a:xfrm>
            <a:off x="380999" y="6134099"/>
            <a:ext cx="466724" cy="200024"/>
          </a:xfrm>
          <a:custGeom>
            <a:avLst/>
            <a:gdLst/>
            <a:ahLst/>
            <a:cxnLst/>
            <a:rect b="b" l="l" r="r" t="t"/>
            <a:pathLst>
              <a:path h="200024" w="466724">
                <a:moveTo>
                  <a:pt x="0" y="0"/>
                </a:moveTo>
                <a:lnTo>
                  <a:pt x="466724" y="0"/>
                </a:lnTo>
                <a:lnTo>
                  <a:pt x="4667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0" name="object 220"/>
          <p:cNvSpPr/>
          <p:nvPr/>
        </p:nvSpPr>
        <p:spPr>
          <a:xfrm>
            <a:off x="380999" y="6329362"/>
            <a:ext cx="466724" cy="0"/>
          </a:xfrm>
          <a:custGeom>
            <a:avLst/>
            <a:gdLst/>
            <a:ahLst/>
            <a:cxnLst/>
            <a:rect b="b" l="l" r="r" t="t"/>
            <a:pathLst>
              <a:path h="0" w="466724">
                <a:moveTo>
                  <a:pt x="0" y="0"/>
                </a:moveTo>
                <a:lnTo>
                  <a:pt x="4667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1" name="object 221"/>
          <p:cNvSpPr/>
          <p:nvPr/>
        </p:nvSpPr>
        <p:spPr>
          <a:xfrm>
            <a:off x="842962" y="61340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2" name="object 222"/>
          <p:cNvSpPr/>
          <p:nvPr/>
        </p:nvSpPr>
        <p:spPr>
          <a:xfrm>
            <a:off x="847724" y="6134099"/>
            <a:ext cx="552449" cy="200024"/>
          </a:xfrm>
          <a:custGeom>
            <a:avLst/>
            <a:gdLst/>
            <a:ahLst/>
            <a:cxnLst/>
            <a:rect b="b" l="l" r="r" t="t"/>
            <a:pathLst>
              <a:path h="200024" w="552449">
                <a:moveTo>
                  <a:pt x="0" y="0"/>
                </a:moveTo>
                <a:lnTo>
                  <a:pt x="552449" y="0"/>
                </a:lnTo>
                <a:lnTo>
                  <a:pt x="5524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3" name="object 223"/>
          <p:cNvSpPr/>
          <p:nvPr/>
        </p:nvSpPr>
        <p:spPr>
          <a:xfrm>
            <a:off x="847724" y="6329362"/>
            <a:ext cx="552449" cy="0"/>
          </a:xfrm>
          <a:custGeom>
            <a:avLst/>
            <a:gdLst/>
            <a:ahLst/>
            <a:cxnLst/>
            <a:rect b="b" l="l" r="r" t="t"/>
            <a:pathLst>
              <a:path h="0" w="552449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4" name="object 224"/>
          <p:cNvSpPr/>
          <p:nvPr/>
        </p:nvSpPr>
        <p:spPr>
          <a:xfrm>
            <a:off x="1395412" y="61340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5" name="object 225"/>
          <p:cNvSpPr/>
          <p:nvPr/>
        </p:nvSpPr>
        <p:spPr>
          <a:xfrm>
            <a:off x="1400174" y="6134099"/>
            <a:ext cx="390524" cy="200024"/>
          </a:xfrm>
          <a:custGeom>
            <a:avLst/>
            <a:gdLst/>
            <a:ahLst/>
            <a:cxnLst/>
            <a:rect b="b" l="l" r="r" t="t"/>
            <a:pathLst>
              <a:path h="200024" w="390524">
                <a:moveTo>
                  <a:pt x="0" y="0"/>
                </a:moveTo>
                <a:lnTo>
                  <a:pt x="390524" y="0"/>
                </a:lnTo>
                <a:lnTo>
                  <a:pt x="3905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6" name="object 226"/>
          <p:cNvSpPr/>
          <p:nvPr/>
        </p:nvSpPr>
        <p:spPr>
          <a:xfrm>
            <a:off x="1400174" y="6329362"/>
            <a:ext cx="390524" cy="0"/>
          </a:xfrm>
          <a:custGeom>
            <a:avLst/>
            <a:gdLst/>
            <a:ahLst/>
            <a:cxnLst/>
            <a:rect b="b" l="l" r="r" t="t"/>
            <a:pathLst>
              <a:path h="0" w="390524">
                <a:moveTo>
                  <a:pt x="0" y="0"/>
                </a:moveTo>
                <a:lnTo>
                  <a:pt x="3905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7" name="object 227"/>
          <p:cNvSpPr/>
          <p:nvPr/>
        </p:nvSpPr>
        <p:spPr>
          <a:xfrm>
            <a:off x="1785937" y="61340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8" name="object 228"/>
          <p:cNvSpPr/>
          <p:nvPr/>
        </p:nvSpPr>
        <p:spPr>
          <a:xfrm>
            <a:off x="1790699" y="6134099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29" name="object 229"/>
          <p:cNvSpPr/>
          <p:nvPr/>
        </p:nvSpPr>
        <p:spPr>
          <a:xfrm>
            <a:off x="1790699" y="6329362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0" name="object 230"/>
          <p:cNvSpPr/>
          <p:nvPr/>
        </p:nvSpPr>
        <p:spPr>
          <a:xfrm>
            <a:off x="3005137" y="61340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1" name="object 231"/>
          <p:cNvSpPr/>
          <p:nvPr/>
        </p:nvSpPr>
        <p:spPr>
          <a:xfrm>
            <a:off x="3009899" y="6134099"/>
            <a:ext cx="685799" cy="200024"/>
          </a:xfrm>
          <a:custGeom>
            <a:avLst/>
            <a:gdLst/>
            <a:ahLst/>
            <a:cxnLst/>
            <a:rect b="b" l="l" r="r" t="t"/>
            <a:pathLst>
              <a:path h="200024" w="685799">
                <a:moveTo>
                  <a:pt x="0" y="0"/>
                </a:moveTo>
                <a:lnTo>
                  <a:pt x="685799" y="0"/>
                </a:lnTo>
                <a:lnTo>
                  <a:pt x="6857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2" name="object 232"/>
          <p:cNvSpPr/>
          <p:nvPr/>
        </p:nvSpPr>
        <p:spPr>
          <a:xfrm>
            <a:off x="3009899" y="6329362"/>
            <a:ext cx="685799" cy="0"/>
          </a:xfrm>
          <a:custGeom>
            <a:avLst/>
            <a:gdLst/>
            <a:ahLst/>
            <a:cxnLst/>
            <a:rect b="b" l="l" r="r" t="t"/>
            <a:pathLst>
              <a:path h="0"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3" name="object 233"/>
          <p:cNvSpPr/>
          <p:nvPr/>
        </p:nvSpPr>
        <p:spPr>
          <a:xfrm>
            <a:off x="3690937" y="613409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4" name="object 234"/>
          <p:cNvSpPr/>
          <p:nvPr/>
        </p:nvSpPr>
        <p:spPr>
          <a:xfrm>
            <a:off x="3695699" y="6134099"/>
            <a:ext cx="1619249" cy="200024"/>
          </a:xfrm>
          <a:custGeom>
            <a:avLst/>
            <a:gdLst/>
            <a:ahLst/>
            <a:cxnLst/>
            <a:rect b="b" l="l" r="r" t="t"/>
            <a:pathLst>
              <a:path h="200024" w="1619249">
                <a:moveTo>
                  <a:pt x="0" y="0"/>
                </a:moveTo>
                <a:lnTo>
                  <a:pt x="1619249" y="0"/>
                </a:lnTo>
                <a:lnTo>
                  <a:pt x="16192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5" name="object 235"/>
          <p:cNvSpPr/>
          <p:nvPr/>
        </p:nvSpPr>
        <p:spPr>
          <a:xfrm>
            <a:off x="3695699" y="6329362"/>
            <a:ext cx="1619249" cy="0"/>
          </a:xfrm>
          <a:custGeom>
            <a:avLst/>
            <a:gdLst/>
            <a:ahLst/>
            <a:cxnLst/>
            <a:rect b="b" l="l" r="r" t="t"/>
            <a:pathLst>
              <a:path h="0" w="1619249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6" name="object 236"/>
          <p:cNvSpPr/>
          <p:nvPr/>
        </p:nvSpPr>
        <p:spPr>
          <a:xfrm>
            <a:off x="380999" y="6334124"/>
            <a:ext cx="466724" cy="200024"/>
          </a:xfrm>
          <a:custGeom>
            <a:avLst/>
            <a:gdLst/>
            <a:ahLst/>
            <a:cxnLst/>
            <a:rect b="b" l="l" r="r" t="t"/>
            <a:pathLst>
              <a:path h="200024" w="466724">
                <a:moveTo>
                  <a:pt x="0" y="0"/>
                </a:moveTo>
                <a:lnTo>
                  <a:pt x="466724" y="0"/>
                </a:lnTo>
                <a:lnTo>
                  <a:pt x="4667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7" name="object 237"/>
          <p:cNvSpPr/>
          <p:nvPr/>
        </p:nvSpPr>
        <p:spPr>
          <a:xfrm>
            <a:off x="380999" y="6529387"/>
            <a:ext cx="466724" cy="0"/>
          </a:xfrm>
          <a:custGeom>
            <a:avLst/>
            <a:gdLst/>
            <a:ahLst/>
            <a:cxnLst/>
            <a:rect b="b" l="l" r="r" t="t"/>
            <a:pathLst>
              <a:path h="0" w="466724">
                <a:moveTo>
                  <a:pt x="0" y="0"/>
                </a:moveTo>
                <a:lnTo>
                  <a:pt x="4667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8" name="object 238"/>
          <p:cNvSpPr/>
          <p:nvPr/>
        </p:nvSpPr>
        <p:spPr>
          <a:xfrm>
            <a:off x="842962" y="63341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39" name="object 239"/>
          <p:cNvSpPr/>
          <p:nvPr/>
        </p:nvSpPr>
        <p:spPr>
          <a:xfrm>
            <a:off x="847724" y="6334124"/>
            <a:ext cx="552449" cy="200024"/>
          </a:xfrm>
          <a:custGeom>
            <a:avLst/>
            <a:gdLst/>
            <a:ahLst/>
            <a:cxnLst/>
            <a:rect b="b" l="l" r="r" t="t"/>
            <a:pathLst>
              <a:path h="200024" w="552449">
                <a:moveTo>
                  <a:pt x="0" y="0"/>
                </a:moveTo>
                <a:lnTo>
                  <a:pt x="552449" y="0"/>
                </a:lnTo>
                <a:lnTo>
                  <a:pt x="5524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0" name="object 240"/>
          <p:cNvSpPr/>
          <p:nvPr/>
        </p:nvSpPr>
        <p:spPr>
          <a:xfrm>
            <a:off x="847724" y="6529387"/>
            <a:ext cx="552449" cy="0"/>
          </a:xfrm>
          <a:custGeom>
            <a:avLst/>
            <a:gdLst/>
            <a:ahLst/>
            <a:cxnLst/>
            <a:rect b="b" l="l" r="r" t="t"/>
            <a:pathLst>
              <a:path h="0" w="552449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1" name="object 241"/>
          <p:cNvSpPr/>
          <p:nvPr/>
        </p:nvSpPr>
        <p:spPr>
          <a:xfrm>
            <a:off x="1395412" y="63341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2" name="object 242"/>
          <p:cNvSpPr/>
          <p:nvPr/>
        </p:nvSpPr>
        <p:spPr>
          <a:xfrm>
            <a:off x="1400174" y="6334124"/>
            <a:ext cx="390524" cy="200024"/>
          </a:xfrm>
          <a:custGeom>
            <a:avLst/>
            <a:gdLst/>
            <a:ahLst/>
            <a:cxnLst/>
            <a:rect b="b" l="l" r="r" t="t"/>
            <a:pathLst>
              <a:path h="200024" w="390524">
                <a:moveTo>
                  <a:pt x="0" y="0"/>
                </a:moveTo>
                <a:lnTo>
                  <a:pt x="390524" y="0"/>
                </a:lnTo>
                <a:lnTo>
                  <a:pt x="3905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3" name="object 243"/>
          <p:cNvSpPr/>
          <p:nvPr/>
        </p:nvSpPr>
        <p:spPr>
          <a:xfrm>
            <a:off x="1400174" y="6529387"/>
            <a:ext cx="390524" cy="0"/>
          </a:xfrm>
          <a:custGeom>
            <a:avLst/>
            <a:gdLst/>
            <a:ahLst/>
            <a:cxnLst/>
            <a:rect b="b" l="l" r="r" t="t"/>
            <a:pathLst>
              <a:path h="0" w="390524">
                <a:moveTo>
                  <a:pt x="0" y="0"/>
                </a:moveTo>
                <a:lnTo>
                  <a:pt x="3905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4" name="object 244"/>
          <p:cNvSpPr/>
          <p:nvPr/>
        </p:nvSpPr>
        <p:spPr>
          <a:xfrm>
            <a:off x="1785937" y="63341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5" name="object 245"/>
          <p:cNvSpPr/>
          <p:nvPr/>
        </p:nvSpPr>
        <p:spPr>
          <a:xfrm>
            <a:off x="1790699" y="6334124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6" name="object 246"/>
          <p:cNvSpPr/>
          <p:nvPr/>
        </p:nvSpPr>
        <p:spPr>
          <a:xfrm>
            <a:off x="1790699" y="6529387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7" name="object 247"/>
          <p:cNvSpPr/>
          <p:nvPr/>
        </p:nvSpPr>
        <p:spPr>
          <a:xfrm>
            <a:off x="3005137" y="63341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8" name="object 248"/>
          <p:cNvSpPr/>
          <p:nvPr/>
        </p:nvSpPr>
        <p:spPr>
          <a:xfrm>
            <a:off x="3009899" y="6334124"/>
            <a:ext cx="685799" cy="200024"/>
          </a:xfrm>
          <a:custGeom>
            <a:avLst/>
            <a:gdLst/>
            <a:ahLst/>
            <a:cxnLst/>
            <a:rect b="b" l="l" r="r" t="t"/>
            <a:pathLst>
              <a:path h="200024" w="685799">
                <a:moveTo>
                  <a:pt x="0" y="0"/>
                </a:moveTo>
                <a:lnTo>
                  <a:pt x="685799" y="0"/>
                </a:lnTo>
                <a:lnTo>
                  <a:pt x="6857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49" name="object 249"/>
          <p:cNvSpPr/>
          <p:nvPr/>
        </p:nvSpPr>
        <p:spPr>
          <a:xfrm>
            <a:off x="3009899" y="6529387"/>
            <a:ext cx="685799" cy="0"/>
          </a:xfrm>
          <a:custGeom>
            <a:avLst/>
            <a:gdLst/>
            <a:ahLst/>
            <a:cxnLst/>
            <a:rect b="b" l="l" r="r" t="t"/>
            <a:pathLst>
              <a:path h="0"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0" name="object 250"/>
          <p:cNvSpPr/>
          <p:nvPr/>
        </p:nvSpPr>
        <p:spPr>
          <a:xfrm>
            <a:off x="3690937" y="6334124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1" name="object 251"/>
          <p:cNvSpPr/>
          <p:nvPr/>
        </p:nvSpPr>
        <p:spPr>
          <a:xfrm>
            <a:off x="3695699" y="6334124"/>
            <a:ext cx="1619249" cy="200024"/>
          </a:xfrm>
          <a:custGeom>
            <a:avLst/>
            <a:gdLst/>
            <a:ahLst/>
            <a:cxnLst/>
            <a:rect b="b" l="l" r="r" t="t"/>
            <a:pathLst>
              <a:path h="200024" w="1619249">
                <a:moveTo>
                  <a:pt x="0" y="0"/>
                </a:moveTo>
                <a:lnTo>
                  <a:pt x="1619249" y="0"/>
                </a:lnTo>
                <a:lnTo>
                  <a:pt x="16192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2" name="object 252"/>
          <p:cNvSpPr/>
          <p:nvPr/>
        </p:nvSpPr>
        <p:spPr>
          <a:xfrm>
            <a:off x="3695699" y="6529387"/>
            <a:ext cx="1619249" cy="0"/>
          </a:xfrm>
          <a:custGeom>
            <a:avLst/>
            <a:gdLst/>
            <a:ahLst/>
            <a:cxnLst/>
            <a:rect b="b" l="l" r="r" t="t"/>
            <a:pathLst>
              <a:path h="0" w="1619249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3" name="object 253"/>
          <p:cNvSpPr/>
          <p:nvPr/>
        </p:nvSpPr>
        <p:spPr>
          <a:xfrm>
            <a:off x="380999" y="6534149"/>
            <a:ext cx="466724" cy="200024"/>
          </a:xfrm>
          <a:custGeom>
            <a:avLst/>
            <a:gdLst/>
            <a:ahLst/>
            <a:cxnLst/>
            <a:rect b="b" l="l" r="r" t="t"/>
            <a:pathLst>
              <a:path h="200024" w="466724">
                <a:moveTo>
                  <a:pt x="0" y="0"/>
                </a:moveTo>
                <a:lnTo>
                  <a:pt x="466724" y="0"/>
                </a:lnTo>
                <a:lnTo>
                  <a:pt x="4667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4" name="object 254"/>
          <p:cNvSpPr/>
          <p:nvPr/>
        </p:nvSpPr>
        <p:spPr>
          <a:xfrm>
            <a:off x="380999" y="6729412"/>
            <a:ext cx="466724" cy="0"/>
          </a:xfrm>
          <a:custGeom>
            <a:avLst/>
            <a:gdLst/>
            <a:ahLst/>
            <a:cxnLst/>
            <a:rect b="b" l="l" r="r" t="t"/>
            <a:pathLst>
              <a:path h="0" w="466724">
                <a:moveTo>
                  <a:pt x="0" y="0"/>
                </a:moveTo>
                <a:lnTo>
                  <a:pt x="4667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5" name="object 255"/>
          <p:cNvSpPr/>
          <p:nvPr/>
        </p:nvSpPr>
        <p:spPr>
          <a:xfrm>
            <a:off x="842962" y="65341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6" name="object 256"/>
          <p:cNvSpPr/>
          <p:nvPr/>
        </p:nvSpPr>
        <p:spPr>
          <a:xfrm>
            <a:off x="847724" y="6534149"/>
            <a:ext cx="552449" cy="200024"/>
          </a:xfrm>
          <a:custGeom>
            <a:avLst/>
            <a:gdLst/>
            <a:ahLst/>
            <a:cxnLst/>
            <a:rect b="b" l="l" r="r" t="t"/>
            <a:pathLst>
              <a:path h="200024" w="552449">
                <a:moveTo>
                  <a:pt x="0" y="0"/>
                </a:moveTo>
                <a:lnTo>
                  <a:pt x="552449" y="0"/>
                </a:lnTo>
                <a:lnTo>
                  <a:pt x="5524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7" name="object 257"/>
          <p:cNvSpPr/>
          <p:nvPr/>
        </p:nvSpPr>
        <p:spPr>
          <a:xfrm>
            <a:off x="847724" y="6729412"/>
            <a:ext cx="552449" cy="0"/>
          </a:xfrm>
          <a:custGeom>
            <a:avLst/>
            <a:gdLst/>
            <a:ahLst/>
            <a:cxnLst/>
            <a:rect b="b" l="l" r="r" t="t"/>
            <a:pathLst>
              <a:path h="0" w="552449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8" name="object 258"/>
          <p:cNvSpPr/>
          <p:nvPr/>
        </p:nvSpPr>
        <p:spPr>
          <a:xfrm>
            <a:off x="1395412" y="65341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59" name="object 259"/>
          <p:cNvSpPr/>
          <p:nvPr/>
        </p:nvSpPr>
        <p:spPr>
          <a:xfrm>
            <a:off x="1400174" y="6534149"/>
            <a:ext cx="390524" cy="200024"/>
          </a:xfrm>
          <a:custGeom>
            <a:avLst/>
            <a:gdLst/>
            <a:ahLst/>
            <a:cxnLst/>
            <a:rect b="b" l="l" r="r" t="t"/>
            <a:pathLst>
              <a:path h="200024" w="390524">
                <a:moveTo>
                  <a:pt x="0" y="0"/>
                </a:moveTo>
                <a:lnTo>
                  <a:pt x="390524" y="0"/>
                </a:lnTo>
                <a:lnTo>
                  <a:pt x="3905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0" name="object 260"/>
          <p:cNvSpPr/>
          <p:nvPr/>
        </p:nvSpPr>
        <p:spPr>
          <a:xfrm>
            <a:off x="1400174" y="6729412"/>
            <a:ext cx="390524" cy="0"/>
          </a:xfrm>
          <a:custGeom>
            <a:avLst/>
            <a:gdLst/>
            <a:ahLst/>
            <a:cxnLst/>
            <a:rect b="b" l="l" r="r" t="t"/>
            <a:pathLst>
              <a:path h="0" w="390524">
                <a:moveTo>
                  <a:pt x="0" y="0"/>
                </a:moveTo>
                <a:lnTo>
                  <a:pt x="3905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1" name="object 261"/>
          <p:cNvSpPr/>
          <p:nvPr/>
        </p:nvSpPr>
        <p:spPr>
          <a:xfrm>
            <a:off x="1785937" y="65341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2" name="object 262"/>
          <p:cNvSpPr/>
          <p:nvPr/>
        </p:nvSpPr>
        <p:spPr>
          <a:xfrm>
            <a:off x="1790699" y="6534149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3" name="object 263"/>
          <p:cNvSpPr/>
          <p:nvPr/>
        </p:nvSpPr>
        <p:spPr>
          <a:xfrm>
            <a:off x="1790699" y="6729412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4" name="object 264"/>
          <p:cNvSpPr/>
          <p:nvPr/>
        </p:nvSpPr>
        <p:spPr>
          <a:xfrm>
            <a:off x="3005137" y="65341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5" name="object 265"/>
          <p:cNvSpPr/>
          <p:nvPr/>
        </p:nvSpPr>
        <p:spPr>
          <a:xfrm>
            <a:off x="3009899" y="6534149"/>
            <a:ext cx="685799" cy="200024"/>
          </a:xfrm>
          <a:custGeom>
            <a:avLst/>
            <a:gdLst/>
            <a:ahLst/>
            <a:cxnLst/>
            <a:rect b="b" l="l" r="r" t="t"/>
            <a:pathLst>
              <a:path h="200024" w="685799">
                <a:moveTo>
                  <a:pt x="0" y="0"/>
                </a:moveTo>
                <a:lnTo>
                  <a:pt x="685799" y="0"/>
                </a:lnTo>
                <a:lnTo>
                  <a:pt x="6857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6" name="object 266"/>
          <p:cNvSpPr/>
          <p:nvPr/>
        </p:nvSpPr>
        <p:spPr>
          <a:xfrm>
            <a:off x="3009899" y="6729412"/>
            <a:ext cx="685799" cy="0"/>
          </a:xfrm>
          <a:custGeom>
            <a:avLst/>
            <a:gdLst/>
            <a:ahLst/>
            <a:cxnLst/>
            <a:rect b="b" l="l" r="r" t="t"/>
            <a:pathLst>
              <a:path h="0"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7" name="object 267"/>
          <p:cNvSpPr/>
          <p:nvPr/>
        </p:nvSpPr>
        <p:spPr>
          <a:xfrm>
            <a:off x="3690937" y="6534149"/>
            <a:ext cx="0" cy="200024"/>
          </a:xfrm>
          <a:custGeom>
            <a:avLst/>
            <a:gdLst/>
            <a:ahLst/>
            <a:cxnLst/>
            <a:rect b="b" l="l" r="r" t="t"/>
            <a:pathLst>
              <a:path h="200024" w="0">
                <a:moveTo>
                  <a:pt x="0" y="200024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8" name="object 268"/>
          <p:cNvSpPr/>
          <p:nvPr/>
        </p:nvSpPr>
        <p:spPr>
          <a:xfrm>
            <a:off x="3695699" y="6534149"/>
            <a:ext cx="1619249" cy="200024"/>
          </a:xfrm>
          <a:custGeom>
            <a:avLst/>
            <a:gdLst/>
            <a:ahLst/>
            <a:cxnLst/>
            <a:rect b="b" l="l" r="r" t="t"/>
            <a:pathLst>
              <a:path h="200024" w="1619249">
                <a:moveTo>
                  <a:pt x="0" y="0"/>
                </a:moveTo>
                <a:lnTo>
                  <a:pt x="1619249" y="0"/>
                </a:lnTo>
                <a:lnTo>
                  <a:pt x="16192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69" name="object 269"/>
          <p:cNvSpPr/>
          <p:nvPr/>
        </p:nvSpPr>
        <p:spPr>
          <a:xfrm>
            <a:off x="3695699" y="6729412"/>
            <a:ext cx="1619249" cy="0"/>
          </a:xfrm>
          <a:custGeom>
            <a:avLst/>
            <a:gdLst/>
            <a:ahLst/>
            <a:cxnLst/>
            <a:rect b="b" l="l" r="r" t="t"/>
            <a:pathLst>
              <a:path h="0" w="1619249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0" name="object 270"/>
          <p:cNvSpPr/>
          <p:nvPr/>
        </p:nvSpPr>
        <p:spPr>
          <a:xfrm>
            <a:off x="380999" y="6734174"/>
            <a:ext cx="466724" cy="200024"/>
          </a:xfrm>
          <a:custGeom>
            <a:avLst/>
            <a:gdLst/>
            <a:ahLst/>
            <a:cxnLst/>
            <a:rect b="b" l="l" r="r" t="t"/>
            <a:pathLst>
              <a:path h="200024" w="466724">
                <a:moveTo>
                  <a:pt x="0" y="0"/>
                </a:moveTo>
                <a:lnTo>
                  <a:pt x="466724" y="0"/>
                </a:lnTo>
                <a:lnTo>
                  <a:pt x="4667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1" name="object 271"/>
          <p:cNvSpPr/>
          <p:nvPr/>
        </p:nvSpPr>
        <p:spPr>
          <a:xfrm>
            <a:off x="380999" y="6929437"/>
            <a:ext cx="466724" cy="0"/>
          </a:xfrm>
          <a:custGeom>
            <a:avLst/>
            <a:gdLst/>
            <a:ahLst/>
            <a:cxnLst/>
            <a:rect b="b" l="l" r="r" t="t"/>
            <a:pathLst>
              <a:path h="0" w="466724">
                <a:moveTo>
                  <a:pt x="0" y="0"/>
                </a:moveTo>
                <a:lnTo>
                  <a:pt x="4667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2" name="object 272"/>
          <p:cNvSpPr/>
          <p:nvPr/>
        </p:nvSpPr>
        <p:spPr>
          <a:xfrm>
            <a:off x="842962" y="6734174"/>
            <a:ext cx="0" cy="214312"/>
          </a:xfrm>
          <a:custGeom>
            <a:avLst/>
            <a:gdLst/>
            <a:ahLst/>
            <a:cxnLst/>
            <a:rect b="b" l="l" r="r" t="t"/>
            <a:pathLst>
              <a:path h="214312" w="0">
                <a:moveTo>
                  <a:pt x="0" y="214312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3" name="object 273"/>
          <p:cNvSpPr/>
          <p:nvPr/>
        </p:nvSpPr>
        <p:spPr>
          <a:xfrm>
            <a:off x="847724" y="6734174"/>
            <a:ext cx="552449" cy="200024"/>
          </a:xfrm>
          <a:custGeom>
            <a:avLst/>
            <a:gdLst/>
            <a:ahLst/>
            <a:cxnLst/>
            <a:rect b="b" l="l" r="r" t="t"/>
            <a:pathLst>
              <a:path h="200024" w="552449">
                <a:moveTo>
                  <a:pt x="0" y="0"/>
                </a:moveTo>
                <a:lnTo>
                  <a:pt x="552449" y="0"/>
                </a:lnTo>
                <a:lnTo>
                  <a:pt x="5524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4" name="object 274"/>
          <p:cNvSpPr/>
          <p:nvPr/>
        </p:nvSpPr>
        <p:spPr>
          <a:xfrm>
            <a:off x="847724" y="6929437"/>
            <a:ext cx="552449" cy="0"/>
          </a:xfrm>
          <a:custGeom>
            <a:avLst/>
            <a:gdLst/>
            <a:ahLst/>
            <a:cxnLst/>
            <a:rect b="b" l="l" r="r" t="t"/>
            <a:pathLst>
              <a:path h="0" w="552449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5" name="object 275"/>
          <p:cNvSpPr/>
          <p:nvPr/>
        </p:nvSpPr>
        <p:spPr>
          <a:xfrm>
            <a:off x="1395412" y="6734174"/>
            <a:ext cx="0" cy="214312"/>
          </a:xfrm>
          <a:custGeom>
            <a:avLst/>
            <a:gdLst/>
            <a:ahLst/>
            <a:cxnLst/>
            <a:rect b="b" l="l" r="r" t="t"/>
            <a:pathLst>
              <a:path h="214312" w="0">
                <a:moveTo>
                  <a:pt x="0" y="214312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6" name="object 276"/>
          <p:cNvSpPr/>
          <p:nvPr/>
        </p:nvSpPr>
        <p:spPr>
          <a:xfrm>
            <a:off x="1400174" y="6734174"/>
            <a:ext cx="390524" cy="200024"/>
          </a:xfrm>
          <a:custGeom>
            <a:avLst/>
            <a:gdLst/>
            <a:ahLst/>
            <a:cxnLst/>
            <a:rect b="b" l="l" r="r" t="t"/>
            <a:pathLst>
              <a:path h="200024" w="390524">
                <a:moveTo>
                  <a:pt x="0" y="0"/>
                </a:moveTo>
                <a:lnTo>
                  <a:pt x="390524" y="0"/>
                </a:lnTo>
                <a:lnTo>
                  <a:pt x="390524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7" name="object 277"/>
          <p:cNvSpPr/>
          <p:nvPr/>
        </p:nvSpPr>
        <p:spPr>
          <a:xfrm>
            <a:off x="1400174" y="6929437"/>
            <a:ext cx="390524" cy="0"/>
          </a:xfrm>
          <a:custGeom>
            <a:avLst/>
            <a:gdLst/>
            <a:ahLst/>
            <a:cxnLst/>
            <a:rect b="b" l="l" r="r" t="t"/>
            <a:pathLst>
              <a:path h="0" w="390524">
                <a:moveTo>
                  <a:pt x="0" y="0"/>
                </a:moveTo>
                <a:lnTo>
                  <a:pt x="390524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8" name="object 278"/>
          <p:cNvSpPr/>
          <p:nvPr/>
        </p:nvSpPr>
        <p:spPr>
          <a:xfrm>
            <a:off x="1785937" y="6734174"/>
            <a:ext cx="0" cy="214312"/>
          </a:xfrm>
          <a:custGeom>
            <a:avLst/>
            <a:gdLst/>
            <a:ahLst/>
            <a:cxnLst/>
            <a:rect b="b" l="l" r="r" t="t"/>
            <a:pathLst>
              <a:path h="214312" w="0">
                <a:moveTo>
                  <a:pt x="0" y="214312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79" name="object 279"/>
          <p:cNvSpPr/>
          <p:nvPr/>
        </p:nvSpPr>
        <p:spPr>
          <a:xfrm>
            <a:off x="1790699" y="6734174"/>
            <a:ext cx="1219199" cy="200024"/>
          </a:xfrm>
          <a:custGeom>
            <a:avLst/>
            <a:gdLst/>
            <a:ahLst/>
            <a:cxnLst/>
            <a:rect b="b" l="l" r="r" t="t"/>
            <a:pathLst>
              <a:path h="200024" w="1219199">
                <a:moveTo>
                  <a:pt x="0" y="0"/>
                </a:moveTo>
                <a:lnTo>
                  <a:pt x="1219199" y="0"/>
                </a:lnTo>
                <a:lnTo>
                  <a:pt x="12191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0" name="object 280"/>
          <p:cNvSpPr/>
          <p:nvPr/>
        </p:nvSpPr>
        <p:spPr>
          <a:xfrm>
            <a:off x="1790699" y="6929437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1" name="object 281"/>
          <p:cNvSpPr/>
          <p:nvPr/>
        </p:nvSpPr>
        <p:spPr>
          <a:xfrm>
            <a:off x="3005137" y="6734174"/>
            <a:ext cx="0" cy="214312"/>
          </a:xfrm>
          <a:custGeom>
            <a:avLst/>
            <a:gdLst/>
            <a:ahLst/>
            <a:cxnLst/>
            <a:rect b="b" l="l" r="r" t="t"/>
            <a:pathLst>
              <a:path h="214312" w="0">
                <a:moveTo>
                  <a:pt x="0" y="214312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2" name="object 282"/>
          <p:cNvSpPr/>
          <p:nvPr/>
        </p:nvSpPr>
        <p:spPr>
          <a:xfrm>
            <a:off x="3009899" y="6734174"/>
            <a:ext cx="685799" cy="200024"/>
          </a:xfrm>
          <a:custGeom>
            <a:avLst/>
            <a:gdLst/>
            <a:ahLst/>
            <a:cxnLst/>
            <a:rect b="b" l="l" r="r" t="t"/>
            <a:pathLst>
              <a:path h="200024" w="685799">
                <a:moveTo>
                  <a:pt x="0" y="0"/>
                </a:moveTo>
                <a:lnTo>
                  <a:pt x="685799" y="0"/>
                </a:lnTo>
                <a:lnTo>
                  <a:pt x="68579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3" name="object 283"/>
          <p:cNvSpPr/>
          <p:nvPr/>
        </p:nvSpPr>
        <p:spPr>
          <a:xfrm>
            <a:off x="3009899" y="6929437"/>
            <a:ext cx="685799" cy="0"/>
          </a:xfrm>
          <a:custGeom>
            <a:avLst/>
            <a:gdLst/>
            <a:ahLst/>
            <a:cxnLst/>
            <a:rect b="b" l="l" r="r" t="t"/>
            <a:pathLst>
              <a:path h="0"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4" name="object 284"/>
          <p:cNvSpPr/>
          <p:nvPr/>
        </p:nvSpPr>
        <p:spPr>
          <a:xfrm>
            <a:off x="3690937" y="6734174"/>
            <a:ext cx="0" cy="214312"/>
          </a:xfrm>
          <a:custGeom>
            <a:avLst/>
            <a:gdLst/>
            <a:ahLst/>
            <a:cxnLst/>
            <a:rect b="b" l="l" r="r" t="t"/>
            <a:pathLst>
              <a:path h="214312" w="0">
                <a:moveTo>
                  <a:pt x="0" y="214312"/>
                </a:moveTo>
                <a:lnTo>
                  <a:pt x="0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5" name="object 285"/>
          <p:cNvSpPr/>
          <p:nvPr/>
        </p:nvSpPr>
        <p:spPr>
          <a:xfrm>
            <a:off x="3695699" y="6734174"/>
            <a:ext cx="1619249" cy="200024"/>
          </a:xfrm>
          <a:custGeom>
            <a:avLst/>
            <a:gdLst/>
            <a:ahLst/>
            <a:cxnLst/>
            <a:rect b="b" l="l" r="r" t="t"/>
            <a:pathLst>
              <a:path h="200024" w="1619249">
                <a:moveTo>
                  <a:pt x="0" y="0"/>
                </a:moveTo>
                <a:lnTo>
                  <a:pt x="1619249" y="0"/>
                </a:lnTo>
                <a:lnTo>
                  <a:pt x="161924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solidFill>
            <a:srgbClr val="E7E6E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6" name="object 286"/>
          <p:cNvSpPr/>
          <p:nvPr/>
        </p:nvSpPr>
        <p:spPr>
          <a:xfrm>
            <a:off x="3695699" y="6929437"/>
            <a:ext cx="1619249" cy="0"/>
          </a:xfrm>
          <a:custGeom>
            <a:avLst/>
            <a:gdLst/>
            <a:ahLst/>
            <a:cxnLst/>
            <a:rect b="b" l="l" r="r" t="t"/>
            <a:pathLst>
              <a:path h="0" w="1619249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0794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7" name="object 287"/>
          <p:cNvSpPr/>
          <p:nvPr/>
        </p:nvSpPr>
        <p:spPr>
          <a:xfrm>
            <a:off x="380999" y="6943724"/>
            <a:ext cx="466724" cy="0"/>
          </a:xfrm>
          <a:custGeom>
            <a:avLst/>
            <a:gdLst/>
            <a:ahLst/>
            <a:cxnLst/>
            <a:rect b="b" l="l" r="r" t="t"/>
            <a:pathLst>
              <a:path h="0" w="466724">
                <a:moveTo>
                  <a:pt x="0" y="0"/>
                </a:moveTo>
                <a:lnTo>
                  <a:pt x="466724" y="0"/>
                </a:lnTo>
              </a:path>
            </a:pathLst>
          </a:custGeom>
          <a:ln w="20319">
            <a:solidFill>
              <a:srgbClr val="F9F6F1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8" name="object 288"/>
          <p:cNvSpPr/>
          <p:nvPr/>
        </p:nvSpPr>
        <p:spPr>
          <a:xfrm>
            <a:off x="380999" y="6943724"/>
            <a:ext cx="466724" cy="0"/>
          </a:xfrm>
          <a:custGeom>
            <a:avLst/>
            <a:gdLst/>
            <a:ahLst/>
            <a:cxnLst/>
            <a:rect b="b" l="l" r="r" t="t"/>
            <a:pathLst>
              <a:path h="0" w="466724">
                <a:moveTo>
                  <a:pt x="0" y="0"/>
                </a:moveTo>
                <a:lnTo>
                  <a:pt x="466724" y="0"/>
                </a:lnTo>
              </a:path>
            </a:pathLst>
          </a:custGeom>
          <a:ln w="20319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89" name="object 289"/>
          <p:cNvSpPr/>
          <p:nvPr/>
        </p:nvSpPr>
        <p:spPr>
          <a:xfrm>
            <a:off x="380999" y="6943724"/>
            <a:ext cx="466724" cy="0"/>
          </a:xfrm>
          <a:custGeom>
            <a:avLst/>
            <a:gdLst/>
            <a:ahLst/>
            <a:cxnLst/>
            <a:rect b="b" l="l" r="r" t="t"/>
            <a:pathLst>
              <a:path h="0" w="466724">
                <a:moveTo>
                  <a:pt x="0" y="0"/>
                </a:moveTo>
                <a:lnTo>
                  <a:pt x="466724" y="0"/>
                </a:lnTo>
              </a:path>
            </a:pathLst>
          </a:custGeom>
          <a:ln w="20319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0" name="object 290"/>
          <p:cNvSpPr/>
          <p:nvPr/>
        </p:nvSpPr>
        <p:spPr>
          <a:xfrm>
            <a:off x="847724" y="6943724"/>
            <a:ext cx="552449" cy="0"/>
          </a:xfrm>
          <a:custGeom>
            <a:avLst/>
            <a:gdLst/>
            <a:ahLst/>
            <a:cxnLst/>
            <a:rect b="b" l="l" r="r" t="t"/>
            <a:pathLst>
              <a:path h="0" w="552449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20319">
            <a:solidFill>
              <a:srgbClr val="F9F6F1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1" name="object 291"/>
          <p:cNvSpPr/>
          <p:nvPr/>
        </p:nvSpPr>
        <p:spPr>
          <a:xfrm>
            <a:off x="847724" y="6943724"/>
            <a:ext cx="552449" cy="0"/>
          </a:xfrm>
          <a:custGeom>
            <a:avLst/>
            <a:gdLst/>
            <a:ahLst/>
            <a:cxnLst/>
            <a:rect b="b" l="l" r="r" t="t"/>
            <a:pathLst>
              <a:path h="0" w="552449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20319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2" name="object 292"/>
          <p:cNvSpPr/>
          <p:nvPr/>
        </p:nvSpPr>
        <p:spPr>
          <a:xfrm>
            <a:off x="847724" y="6943724"/>
            <a:ext cx="552449" cy="0"/>
          </a:xfrm>
          <a:custGeom>
            <a:avLst/>
            <a:gdLst/>
            <a:ahLst/>
            <a:cxnLst/>
            <a:rect b="b" l="l" r="r" t="t"/>
            <a:pathLst>
              <a:path h="0" w="552449">
                <a:moveTo>
                  <a:pt x="0" y="0"/>
                </a:moveTo>
                <a:lnTo>
                  <a:pt x="552449" y="0"/>
                </a:lnTo>
              </a:path>
            </a:pathLst>
          </a:custGeom>
          <a:ln w="20319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3" name="object 293"/>
          <p:cNvSpPr/>
          <p:nvPr/>
        </p:nvSpPr>
        <p:spPr>
          <a:xfrm>
            <a:off x="1400174" y="6943724"/>
            <a:ext cx="390524" cy="0"/>
          </a:xfrm>
          <a:custGeom>
            <a:avLst/>
            <a:gdLst/>
            <a:ahLst/>
            <a:cxnLst/>
            <a:rect b="b" l="l" r="r" t="t"/>
            <a:pathLst>
              <a:path h="0" w="390524">
                <a:moveTo>
                  <a:pt x="0" y="0"/>
                </a:moveTo>
                <a:lnTo>
                  <a:pt x="390524" y="0"/>
                </a:lnTo>
              </a:path>
            </a:pathLst>
          </a:custGeom>
          <a:ln w="20319">
            <a:solidFill>
              <a:srgbClr val="F9F6F1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4" name="object 294"/>
          <p:cNvSpPr/>
          <p:nvPr/>
        </p:nvSpPr>
        <p:spPr>
          <a:xfrm>
            <a:off x="1400174" y="6943724"/>
            <a:ext cx="390524" cy="0"/>
          </a:xfrm>
          <a:custGeom>
            <a:avLst/>
            <a:gdLst/>
            <a:ahLst/>
            <a:cxnLst/>
            <a:rect b="b" l="l" r="r" t="t"/>
            <a:pathLst>
              <a:path h="0" w="390524">
                <a:moveTo>
                  <a:pt x="0" y="0"/>
                </a:moveTo>
                <a:lnTo>
                  <a:pt x="390524" y="0"/>
                </a:lnTo>
              </a:path>
            </a:pathLst>
          </a:custGeom>
          <a:ln w="20319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5" name="object 295"/>
          <p:cNvSpPr/>
          <p:nvPr/>
        </p:nvSpPr>
        <p:spPr>
          <a:xfrm>
            <a:off x="1400174" y="6943724"/>
            <a:ext cx="390524" cy="0"/>
          </a:xfrm>
          <a:custGeom>
            <a:avLst/>
            <a:gdLst/>
            <a:ahLst/>
            <a:cxnLst/>
            <a:rect b="b" l="l" r="r" t="t"/>
            <a:pathLst>
              <a:path h="0" w="390524">
                <a:moveTo>
                  <a:pt x="0" y="0"/>
                </a:moveTo>
                <a:lnTo>
                  <a:pt x="390524" y="0"/>
                </a:lnTo>
              </a:path>
            </a:pathLst>
          </a:custGeom>
          <a:ln w="20319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6" name="object 296"/>
          <p:cNvSpPr/>
          <p:nvPr/>
        </p:nvSpPr>
        <p:spPr>
          <a:xfrm>
            <a:off x="1790699" y="6943724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20319">
            <a:solidFill>
              <a:srgbClr val="F9F6F1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7" name="object 297"/>
          <p:cNvSpPr/>
          <p:nvPr/>
        </p:nvSpPr>
        <p:spPr>
          <a:xfrm>
            <a:off x="1790699" y="6943724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20319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8" name="object 298"/>
          <p:cNvSpPr/>
          <p:nvPr/>
        </p:nvSpPr>
        <p:spPr>
          <a:xfrm>
            <a:off x="1790699" y="6943724"/>
            <a:ext cx="1219199" cy="0"/>
          </a:xfrm>
          <a:custGeom>
            <a:avLst/>
            <a:gdLst/>
            <a:ahLst/>
            <a:cxnLst/>
            <a:rect b="b" l="l" r="r" t="t"/>
            <a:pathLst>
              <a:path h="0" w="1219199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20319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299" name="object 299"/>
          <p:cNvSpPr/>
          <p:nvPr/>
        </p:nvSpPr>
        <p:spPr>
          <a:xfrm>
            <a:off x="3009899" y="6943724"/>
            <a:ext cx="685799" cy="0"/>
          </a:xfrm>
          <a:custGeom>
            <a:avLst/>
            <a:gdLst/>
            <a:ahLst/>
            <a:cxnLst/>
            <a:rect b="b" l="l" r="r" t="t"/>
            <a:pathLst>
              <a:path h="0"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20319">
            <a:solidFill>
              <a:srgbClr val="F9F6F1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0" name="object 300"/>
          <p:cNvSpPr/>
          <p:nvPr/>
        </p:nvSpPr>
        <p:spPr>
          <a:xfrm>
            <a:off x="3009899" y="6943724"/>
            <a:ext cx="685799" cy="0"/>
          </a:xfrm>
          <a:custGeom>
            <a:avLst/>
            <a:gdLst/>
            <a:ahLst/>
            <a:cxnLst/>
            <a:rect b="b" l="l" r="r" t="t"/>
            <a:pathLst>
              <a:path h="0"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20319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1" name="object 301"/>
          <p:cNvSpPr/>
          <p:nvPr/>
        </p:nvSpPr>
        <p:spPr>
          <a:xfrm>
            <a:off x="3009899" y="6943724"/>
            <a:ext cx="685799" cy="0"/>
          </a:xfrm>
          <a:custGeom>
            <a:avLst/>
            <a:gdLst/>
            <a:ahLst/>
            <a:cxnLst/>
            <a:rect b="b" l="l" r="r" t="t"/>
            <a:pathLst>
              <a:path h="0" w="685799">
                <a:moveTo>
                  <a:pt x="0" y="0"/>
                </a:moveTo>
                <a:lnTo>
                  <a:pt x="685799" y="0"/>
                </a:lnTo>
              </a:path>
            </a:pathLst>
          </a:custGeom>
          <a:ln w="20319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2" name="object 302"/>
          <p:cNvSpPr/>
          <p:nvPr/>
        </p:nvSpPr>
        <p:spPr>
          <a:xfrm>
            <a:off x="3695699" y="6943724"/>
            <a:ext cx="1619249" cy="0"/>
          </a:xfrm>
          <a:custGeom>
            <a:avLst/>
            <a:gdLst/>
            <a:ahLst/>
            <a:cxnLst/>
            <a:rect b="b" l="l" r="r" t="t"/>
            <a:pathLst>
              <a:path h="0" w="1619249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20319">
            <a:solidFill>
              <a:srgbClr val="F9F6F1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3" name="object 303"/>
          <p:cNvSpPr/>
          <p:nvPr/>
        </p:nvSpPr>
        <p:spPr>
          <a:xfrm>
            <a:off x="3695699" y="6943724"/>
            <a:ext cx="1619249" cy="0"/>
          </a:xfrm>
          <a:custGeom>
            <a:avLst/>
            <a:gdLst/>
            <a:ahLst/>
            <a:cxnLst/>
            <a:rect b="b" l="l" r="r" t="t"/>
            <a:pathLst>
              <a:path h="0" w="1619249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20319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4" name="object 304"/>
          <p:cNvSpPr/>
          <p:nvPr/>
        </p:nvSpPr>
        <p:spPr>
          <a:xfrm>
            <a:off x="3695699" y="6943724"/>
            <a:ext cx="1619249" cy="0"/>
          </a:xfrm>
          <a:custGeom>
            <a:avLst/>
            <a:gdLst/>
            <a:ahLst/>
            <a:cxnLst/>
            <a:rect b="b" l="l" r="r" t="t"/>
            <a:pathLst>
              <a:path h="0" w="1619249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20319">
            <a:solidFill>
              <a:srgbClr val="DFDED9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5" name="object 305"/>
          <p:cNvSpPr/>
          <p:nvPr/>
        </p:nvSpPr>
        <p:spPr>
          <a:xfrm>
            <a:off x="6286499" y="5048249"/>
            <a:ext cx="66675" cy="1904999"/>
          </a:xfrm>
          <a:custGeom>
            <a:avLst/>
            <a:gdLst/>
            <a:ahLst/>
            <a:cxnLst/>
            <a:rect b="b" l="l" r="r" t="t"/>
            <a:pathLst>
              <a:path h="1904999" w="66675">
                <a:moveTo>
                  <a:pt x="48547" y="1904999"/>
                </a:moveTo>
                <a:lnTo>
                  <a:pt x="37178" y="1904999"/>
                </a:lnTo>
                <a:lnTo>
                  <a:pt x="31710" y="1903912"/>
                </a:lnTo>
                <a:lnTo>
                  <a:pt x="26459" y="1901736"/>
                </a:lnTo>
                <a:lnTo>
                  <a:pt x="21208" y="1899561"/>
                </a:lnTo>
                <a:lnTo>
                  <a:pt x="16573" y="1896464"/>
                </a:lnTo>
                <a:lnTo>
                  <a:pt x="12554" y="1892445"/>
                </a:lnTo>
                <a:lnTo>
                  <a:pt x="8534" y="1888426"/>
                </a:lnTo>
                <a:lnTo>
                  <a:pt x="5437" y="1883791"/>
                </a:lnTo>
                <a:lnTo>
                  <a:pt x="3262" y="1878540"/>
                </a:lnTo>
                <a:lnTo>
                  <a:pt x="1087" y="1873288"/>
                </a:lnTo>
                <a:lnTo>
                  <a:pt x="0" y="1867821"/>
                </a:lnTo>
                <a:lnTo>
                  <a:pt x="0" y="37178"/>
                </a:lnTo>
                <a:lnTo>
                  <a:pt x="1087" y="31710"/>
                </a:lnTo>
                <a:lnTo>
                  <a:pt x="3262" y="26459"/>
                </a:lnTo>
                <a:lnTo>
                  <a:pt x="5437" y="21208"/>
                </a:lnTo>
                <a:lnTo>
                  <a:pt x="8534" y="16573"/>
                </a:lnTo>
                <a:lnTo>
                  <a:pt x="12554" y="12554"/>
                </a:lnTo>
                <a:lnTo>
                  <a:pt x="16573" y="8534"/>
                </a:lnTo>
                <a:lnTo>
                  <a:pt x="21208" y="5437"/>
                </a:lnTo>
                <a:lnTo>
                  <a:pt x="26459" y="3262"/>
                </a:lnTo>
                <a:lnTo>
                  <a:pt x="31710" y="1087"/>
                </a:lnTo>
                <a:lnTo>
                  <a:pt x="37178" y="0"/>
                </a:lnTo>
                <a:lnTo>
                  <a:pt x="48547" y="0"/>
                </a:lnTo>
                <a:lnTo>
                  <a:pt x="54014" y="1087"/>
                </a:lnTo>
                <a:lnTo>
                  <a:pt x="59265" y="3262"/>
                </a:lnTo>
                <a:lnTo>
                  <a:pt x="64517" y="5437"/>
                </a:lnTo>
                <a:lnTo>
                  <a:pt x="66675" y="6880"/>
                </a:lnTo>
                <a:lnTo>
                  <a:pt x="66675" y="1898119"/>
                </a:lnTo>
                <a:lnTo>
                  <a:pt x="64517" y="1899561"/>
                </a:lnTo>
                <a:lnTo>
                  <a:pt x="59265" y="1901736"/>
                </a:lnTo>
                <a:lnTo>
                  <a:pt x="54014" y="1903912"/>
                </a:lnTo>
                <a:lnTo>
                  <a:pt x="48547" y="190499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6" name="object 306"/>
          <p:cNvSpPr/>
          <p:nvPr/>
        </p:nvSpPr>
        <p:spPr>
          <a:xfrm>
            <a:off x="6291262" y="5053012"/>
            <a:ext cx="61912" cy="666749"/>
          </a:xfrm>
          <a:custGeom>
            <a:avLst/>
            <a:gdLst/>
            <a:ahLst/>
            <a:cxnLst/>
            <a:rect b="b" l="l" r="r" t="t"/>
            <a:pathLst>
              <a:path h="666749" w="61912">
                <a:moveTo>
                  <a:pt x="43152" y="666749"/>
                </a:moveTo>
                <a:lnTo>
                  <a:pt x="33047" y="666749"/>
                </a:lnTo>
                <a:lnTo>
                  <a:pt x="28187" y="665783"/>
                </a:lnTo>
                <a:lnTo>
                  <a:pt x="7586" y="652018"/>
                </a:lnTo>
                <a:lnTo>
                  <a:pt x="0" y="633702"/>
                </a:lnTo>
                <a:lnTo>
                  <a:pt x="0" y="33047"/>
                </a:lnTo>
                <a:lnTo>
                  <a:pt x="966" y="28187"/>
                </a:lnTo>
                <a:lnTo>
                  <a:pt x="2900" y="23519"/>
                </a:lnTo>
                <a:lnTo>
                  <a:pt x="4833" y="18851"/>
                </a:lnTo>
                <a:lnTo>
                  <a:pt x="7586" y="14731"/>
                </a:lnTo>
                <a:lnTo>
                  <a:pt x="11159" y="11159"/>
                </a:lnTo>
                <a:lnTo>
                  <a:pt x="14731" y="7586"/>
                </a:lnTo>
                <a:lnTo>
                  <a:pt x="18851" y="4833"/>
                </a:lnTo>
                <a:lnTo>
                  <a:pt x="23519" y="2900"/>
                </a:lnTo>
                <a:lnTo>
                  <a:pt x="28187" y="966"/>
                </a:lnTo>
                <a:lnTo>
                  <a:pt x="33047" y="0"/>
                </a:lnTo>
                <a:lnTo>
                  <a:pt x="43152" y="0"/>
                </a:lnTo>
                <a:lnTo>
                  <a:pt x="61912" y="8030"/>
                </a:lnTo>
                <a:lnTo>
                  <a:pt x="61912" y="658718"/>
                </a:lnTo>
                <a:lnTo>
                  <a:pt x="61468" y="659163"/>
                </a:lnTo>
                <a:lnTo>
                  <a:pt x="57348" y="661916"/>
                </a:lnTo>
                <a:lnTo>
                  <a:pt x="52680" y="663849"/>
                </a:lnTo>
                <a:lnTo>
                  <a:pt x="48012" y="665783"/>
                </a:lnTo>
                <a:lnTo>
                  <a:pt x="43152" y="666749"/>
                </a:lnTo>
                <a:close/>
              </a:path>
            </a:pathLst>
          </a:custGeom>
          <a:solidFill>
            <a:srgbClr val="605D5C">
              <a:alpha val="5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7" name="object 307"/>
          <p:cNvSpPr/>
          <p:nvPr/>
        </p:nvSpPr>
        <p:spPr>
          <a:xfrm>
            <a:off x="314324" y="1685924"/>
            <a:ext cx="10248899" cy="3038474"/>
          </a:xfrm>
          <a:custGeom>
            <a:avLst/>
            <a:gdLst/>
            <a:ahLst/>
            <a:cxnLst/>
            <a:rect b="b" l="l" r="r" t="t"/>
            <a:pathLst>
              <a:path h="3038474" w="10248899">
                <a:moveTo>
                  <a:pt x="0" y="0"/>
                </a:moveTo>
                <a:lnTo>
                  <a:pt x="10248899" y="0"/>
                </a:lnTo>
                <a:lnTo>
                  <a:pt x="10248899" y="3038474"/>
                </a:lnTo>
                <a:lnTo>
                  <a:pt x="0" y="3038474"/>
                </a:lnTo>
                <a:lnTo>
                  <a:pt x="0" y="0"/>
                </a:lnTo>
                <a:close/>
              </a:path>
            </a:pathLst>
          </a:custGeom>
          <a:solidFill>
            <a:srgbClr val="F9F6F1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8" name="object 308"/>
          <p:cNvSpPr/>
          <p:nvPr/>
        </p:nvSpPr>
        <p:spPr>
          <a:xfrm>
            <a:off x="319087" y="1690687"/>
            <a:ext cx="10239374" cy="3028949"/>
          </a:xfrm>
          <a:custGeom>
            <a:avLst/>
            <a:gdLst/>
            <a:ahLst/>
            <a:cxnLst/>
            <a:rect b="b" l="l" r="r" t="t"/>
            <a:pathLst>
              <a:path h="3028949" w="10239374">
                <a:moveTo>
                  <a:pt x="0" y="0"/>
                </a:moveTo>
                <a:lnTo>
                  <a:pt x="10239374" y="0"/>
                </a:lnTo>
                <a:lnTo>
                  <a:pt x="10239374" y="3028949"/>
                </a:lnTo>
                <a:lnTo>
                  <a:pt x="0" y="302894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09" name="object 309"/>
          <p:cNvSpPr/>
          <p:nvPr/>
        </p:nvSpPr>
        <p:spPr>
          <a:xfrm>
            <a:off x="83505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0" name="object 310"/>
          <p:cNvSpPr/>
          <p:nvPr/>
        </p:nvSpPr>
        <p:spPr>
          <a:xfrm>
            <a:off x="83029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1" name="object 311"/>
          <p:cNvSpPr/>
          <p:nvPr/>
        </p:nvSpPr>
        <p:spPr>
          <a:xfrm>
            <a:off x="82553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2" name="object 312"/>
          <p:cNvSpPr/>
          <p:nvPr/>
        </p:nvSpPr>
        <p:spPr>
          <a:xfrm>
            <a:off x="82076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3" name="object 313"/>
          <p:cNvSpPr/>
          <p:nvPr/>
        </p:nvSpPr>
        <p:spPr>
          <a:xfrm>
            <a:off x="81600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4" name="object 314"/>
          <p:cNvSpPr/>
          <p:nvPr/>
        </p:nvSpPr>
        <p:spPr>
          <a:xfrm>
            <a:off x="81124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5" name="object 315"/>
          <p:cNvSpPr/>
          <p:nvPr/>
        </p:nvSpPr>
        <p:spPr>
          <a:xfrm>
            <a:off x="806481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6" name="object 316"/>
          <p:cNvSpPr/>
          <p:nvPr/>
        </p:nvSpPr>
        <p:spPr>
          <a:xfrm>
            <a:off x="80171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7" name="object 317"/>
          <p:cNvSpPr/>
          <p:nvPr/>
        </p:nvSpPr>
        <p:spPr>
          <a:xfrm>
            <a:off x="79695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8" name="object 318"/>
          <p:cNvSpPr/>
          <p:nvPr/>
        </p:nvSpPr>
        <p:spPr>
          <a:xfrm>
            <a:off x="79219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19" name="object 319"/>
          <p:cNvSpPr/>
          <p:nvPr/>
        </p:nvSpPr>
        <p:spPr>
          <a:xfrm>
            <a:off x="787431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0" name="object 320"/>
          <p:cNvSpPr/>
          <p:nvPr/>
        </p:nvSpPr>
        <p:spPr>
          <a:xfrm>
            <a:off x="78266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1" name="object 321"/>
          <p:cNvSpPr/>
          <p:nvPr/>
        </p:nvSpPr>
        <p:spPr>
          <a:xfrm>
            <a:off x="77790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2" name="object 322"/>
          <p:cNvSpPr/>
          <p:nvPr/>
        </p:nvSpPr>
        <p:spPr>
          <a:xfrm>
            <a:off x="77314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3" name="object 323"/>
          <p:cNvSpPr/>
          <p:nvPr/>
        </p:nvSpPr>
        <p:spPr>
          <a:xfrm>
            <a:off x="76838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4" name="object 324"/>
          <p:cNvSpPr/>
          <p:nvPr/>
        </p:nvSpPr>
        <p:spPr>
          <a:xfrm>
            <a:off x="76361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5" name="object 325"/>
          <p:cNvSpPr/>
          <p:nvPr/>
        </p:nvSpPr>
        <p:spPr>
          <a:xfrm>
            <a:off x="75885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6" name="object 326"/>
          <p:cNvSpPr/>
          <p:nvPr/>
        </p:nvSpPr>
        <p:spPr>
          <a:xfrm>
            <a:off x="754094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7" name="object 327"/>
          <p:cNvSpPr/>
          <p:nvPr/>
        </p:nvSpPr>
        <p:spPr>
          <a:xfrm>
            <a:off x="74933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8" name="object 328"/>
          <p:cNvSpPr/>
          <p:nvPr/>
        </p:nvSpPr>
        <p:spPr>
          <a:xfrm>
            <a:off x="744569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29" name="object 329"/>
          <p:cNvSpPr/>
          <p:nvPr/>
        </p:nvSpPr>
        <p:spPr>
          <a:xfrm>
            <a:off x="73980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0" name="object 330"/>
          <p:cNvSpPr/>
          <p:nvPr/>
        </p:nvSpPr>
        <p:spPr>
          <a:xfrm>
            <a:off x="73504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1" name="object 331"/>
          <p:cNvSpPr/>
          <p:nvPr/>
        </p:nvSpPr>
        <p:spPr>
          <a:xfrm>
            <a:off x="73028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2" name="object 332"/>
          <p:cNvSpPr/>
          <p:nvPr/>
        </p:nvSpPr>
        <p:spPr>
          <a:xfrm>
            <a:off x="72551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3" name="object 333"/>
          <p:cNvSpPr/>
          <p:nvPr/>
        </p:nvSpPr>
        <p:spPr>
          <a:xfrm>
            <a:off x="72075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4" name="object 334"/>
          <p:cNvSpPr/>
          <p:nvPr/>
        </p:nvSpPr>
        <p:spPr>
          <a:xfrm>
            <a:off x="71599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5" name="object 335"/>
          <p:cNvSpPr/>
          <p:nvPr/>
        </p:nvSpPr>
        <p:spPr>
          <a:xfrm>
            <a:off x="71123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6" name="object 336"/>
          <p:cNvSpPr/>
          <p:nvPr/>
        </p:nvSpPr>
        <p:spPr>
          <a:xfrm>
            <a:off x="706469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7" name="object 337"/>
          <p:cNvSpPr/>
          <p:nvPr/>
        </p:nvSpPr>
        <p:spPr>
          <a:xfrm>
            <a:off x="70170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8" name="object 338"/>
          <p:cNvSpPr/>
          <p:nvPr/>
        </p:nvSpPr>
        <p:spPr>
          <a:xfrm>
            <a:off x="69694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39" name="object 339"/>
          <p:cNvSpPr/>
          <p:nvPr/>
        </p:nvSpPr>
        <p:spPr>
          <a:xfrm>
            <a:off x="692181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0" name="object 340"/>
          <p:cNvSpPr/>
          <p:nvPr/>
        </p:nvSpPr>
        <p:spPr>
          <a:xfrm>
            <a:off x="68741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1" name="object 341"/>
          <p:cNvSpPr/>
          <p:nvPr/>
        </p:nvSpPr>
        <p:spPr>
          <a:xfrm>
            <a:off x="68265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2" name="object 342"/>
          <p:cNvSpPr/>
          <p:nvPr/>
        </p:nvSpPr>
        <p:spPr>
          <a:xfrm>
            <a:off x="67789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3" name="object 343"/>
          <p:cNvSpPr/>
          <p:nvPr/>
        </p:nvSpPr>
        <p:spPr>
          <a:xfrm>
            <a:off x="67313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4" name="object 344"/>
          <p:cNvSpPr/>
          <p:nvPr/>
        </p:nvSpPr>
        <p:spPr>
          <a:xfrm>
            <a:off x="66836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5" name="object 345"/>
          <p:cNvSpPr/>
          <p:nvPr/>
        </p:nvSpPr>
        <p:spPr>
          <a:xfrm>
            <a:off x="66360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6" name="object 346"/>
          <p:cNvSpPr/>
          <p:nvPr/>
        </p:nvSpPr>
        <p:spPr>
          <a:xfrm>
            <a:off x="658844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7" name="object 347"/>
          <p:cNvSpPr/>
          <p:nvPr/>
        </p:nvSpPr>
        <p:spPr>
          <a:xfrm>
            <a:off x="654081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8" name="object 348"/>
          <p:cNvSpPr/>
          <p:nvPr/>
        </p:nvSpPr>
        <p:spPr>
          <a:xfrm>
            <a:off x="64931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49" name="object 349"/>
          <p:cNvSpPr/>
          <p:nvPr/>
        </p:nvSpPr>
        <p:spPr>
          <a:xfrm>
            <a:off x="64455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0" name="object 350"/>
          <p:cNvSpPr/>
          <p:nvPr/>
        </p:nvSpPr>
        <p:spPr>
          <a:xfrm>
            <a:off x="63979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1" name="object 351"/>
          <p:cNvSpPr/>
          <p:nvPr/>
        </p:nvSpPr>
        <p:spPr>
          <a:xfrm>
            <a:off x="63503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2" name="object 352"/>
          <p:cNvSpPr/>
          <p:nvPr/>
        </p:nvSpPr>
        <p:spPr>
          <a:xfrm>
            <a:off x="63026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3" name="object 353"/>
          <p:cNvSpPr/>
          <p:nvPr/>
        </p:nvSpPr>
        <p:spPr>
          <a:xfrm>
            <a:off x="62550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4" name="object 354"/>
          <p:cNvSpPr/>
          <p:nvPr/>
        </p:nvSpPr>
        <p:spPr>
          <a:xfrm>
            <a:off x="62074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5" name="object 355"/>
          <p:cNvSpPr/>
          <p:nvPr/>
        </p:nvSpPr>
        <p:spPr>
          <a:xfrm>
            <a:off x="61598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6" name="object 356"/>
          <p:cNvSpPr/>
          <p:nvPr/>
        </p:nvSpPr>
        <p:spPr>
          <a:xfrm>
            <a:off x="611219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7" name="object 357"/>
          <p:cNvSpPr/>
          <p:nvPr/>
        </p:nvSpPr>
        <p:spPr>
          <a:xfrm>
            <a:off x="60645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8" name="object 358"/>
          <p:cNvSpPr/>
          <p:nvPr/>
        </p:nvSpPr>
        <p:spPr>
          <a:xfrm>
            <a:off x="601694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59" name="object 359"/>
          <p:cNvSpPr/>
          <p:nvPr/>
        </p:nvSpPr>
        <p:spPr>
          <a:xfrm>
            <a:off x="59693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0" name="object 360"/>
          <p:cNvSpPr/>
          <p:nvPr/>
        </p:nvSpPr>
        <p:spPr>
          <a:xfrm>
            <a:off x="59216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1" name="object 361"/>
          <p:cNvSpPr/>
          <p:nvPr/>
        </p:nvSpPr>
        <p:spPr>
          <a:xfrm>
            <a:off x="58740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2" name="object 362"/>
          <p:cNvSpPr/>
          <p:nvPr/>
        </p:nvSpPr>
        <p:spPr>
          <a:xfrm>
            <a:off x="58264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3" name="object 363"/>
          <p:cNvSpPr/>
          <p:nvPr/>
        </p:nvSpPr>
        <p:spPr>
          <a:xfrm>
            <a:off x="57788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4" name="object 364"/>
          <p:cNvSpPr/>
          <p:nvPr/>
        </p:nvSpPr>
        <p:spPr>
          <a:xfrm>
            <a:off x="57311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5" name="object 365"/>
          <p:cNvSpPr/>
          <p:nvPr/>
        </p:nvSpPr>
        <p:spPr>
          <a:xfrm>
            <a:off x="56835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6" name="object 366"/>
          <p:cNvSpPr/>
          <p:nvPr/>
        </p:nvSpPr>
        <p:spPr>
          <a:xfrm>
            <a:off x="56359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7" name="object 367"/>
          <p:cNvSpPr/>
          <p:nvPr/>
        </p:nvSpPr>
        <p:spPr>
          <a:xfrm>
            <a:off x="55883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8" name="object 368"/>
          <p:cNvSpPr/>
          <p:nvPr/>
        </p:nvSpPr>
        <p:spPr>
          <a:xfrm>
            <a:off x="554069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69" name="object 369"/>
          <p:cNvSpPr/>
          <p:nvPr/>
        </p:nvSpPr>
        <p:spPr>
          <a:xfrm>
            <a:off x="54930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0" name="object 370"/>
          <p:cNvSpPr/>
          <p:nvPr/>
        </p:nvSpPr>
        <p:spPr>
          <a:xfrm>
            <a:off x="54454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1" name="object 371"/>
          <p:cNvSpPr/>
          <p:nvPr/>
        </p:nvSpPr>
        <p:spPr>
          <a:xfrm>
            <a:off x="53978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2" name="object 372"/>
          <p:cNvSpPr/>
          <p:nvPr/>
        </p:nvSpPr>
        <p:spPr>
          <a:xfrm>
            <a:off x="53501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3" name="object 373"/>
          <p:cNvSpPr/>
          <p:nvPr/>
        </p:nvSpPr>
        <p:spPr>
          <a:xfrm>
            <a:off x="53025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4" name="object 374"/>
          <p:cNvSpPr/>
          <p:nvPr/>
        </p:nvSpPr>
        <p:spPr>
          <a:xfrm>
            <a:off x="52549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5" name="object 375"/>
          <p:cNvSpPr/>
          <p:nvPr/>
        </p:nvSpPr>
        <p:spPr>
          <a:xfrm>
            <a:off x="52073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6" name="object 376"/>
          <p:cNvSpPr/>
          <p:nvPr/>
        </p:nvSpPr>
        <p:spPr>
          <a:xfrm>
            <a:off x="51596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7" name="object 377"/>
          <p:cNvSpPr/>
          <p:nvPr/>
        </p:nvSpPr>
        <p:spPr>
          <a:xfrm>
            <a:off x="51120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8" name="object 378"/>
          <p:cNvSpPr/>
          <p:nvPr/>
        </p:nvSpPr>
        <p:spPr>
          <a:xfrm>
            <a:off x="50644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79" name="object 379"/>
          <p:cNvSpPr/>
          <p:nvPr/>
        </p:nvSpPr>
        <p:spPr>
          <a:xfrm>
            <a:off x="501681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0" name="object 380"/>
          <p:cNvSpPr/>
          <p:nvPr/>
        </p:nvSpPr>
        <p:spPr>
          <a:xfrm>
            <a:off x="49691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1" name="object 381"/>
          <p:cNvSpPr/>
          <p:nvPr/>
        </p:nvSpPr>
        <p:spPr>
          <a:xfrm>
            <a:off x="49215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2" name="object 382"/>
          <p:cNvSpPr/>
          <p:nvPr/>
        </p:nvSpPr>
        <p:spPr>
          <a:xfrm>
            <a:off x="48739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3" name="object 383"/>
          <p:cNvSpPr/>
          <p:nvPr/>
        </p:nvSpPr>
        <p:spPr>
          <a:xfrm>
            <a:off x="48263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4" name="object 384"/>
          <p:cNvSpPr/>
          <p:nvPr/>
        </p:nvSpPr>
        <p:spPr>
          <a:xfrm>
            <a:off x="47786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5" name="object 385"/>
          <p:cNvSpPr/>
          <p:nvPr/>
        </p:nvSpPr>
        <p:spPr>
          <a:xfrm>
            <a:off x="47310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6" name="object 386"/>
          <p:cNvSpPr/>
          <p:nvPr/>
        </p:nvSpPr>
        <p:spPr>
          <a:xfrm>
            <a:off x="46834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7" name="object 387"/>
          <p:cNvSpPr/>
          <p:nvPr/>
        </p:nvSpPr>
        <p:spPr>
          <a:xfrm>
            <a:off x="46358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8" name="object 388"/>
          <p:cNvSpPr/>
          <p:nvPr/>
        </p:nvSpPr>
        <p:spPr>
          <a:xfrm>
            <a:off x="45881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9" name="object 389"/>
          <p:cNvSpPr/>
          <p:nvPr/>
        </p:nvSpPr>
        <p:spPr>
          <a:xfrm>
            <a:off x="45405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0" name="object 390"/>
          <p:cNvSpPr/>
          <p:nvPr/>
        </p:nvSpPr>
        <p:spPr>
          <a:xfrm>
            <a:off x="449294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1" name="object 391"/>
          <p:cNvSpPr/>
          <p:nvPr/>
        </p:nvSpPr>
        <p:spPr>
          <a:xfrm>
            <a:off x="44453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2" name="object 392"/>
          <p:cNvSpPr/>
          <p:nvPr/>
        </p:nvSpPr>
        <p:spPr>
          <a:xfrm>
            <a:off x="43976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3" name="object 393"/>
          <p:cNvSpPr/>
          <p:nvPr/>
        </p:nvSpPr>
        <p:spPr>
          <a:xfrm>
            <a:off x="43500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4" name="object 394"/>
          <p:cNvSpPr/>
          <p:nvPr/>
        </p:nvSpPr>
        <p:spPr>
          <a:xfrm>
            <a:off x="43024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5" name="object 395"/>
          <p:cNvSpPr/>
          <p:nvPr/>
        </p:nvSpPr>
        <p:spPr>
          <a:xfrm>
            <a:off x="42548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6" name="object 396"/>
          <p:cNvSpPr/>
          <p:nvPr/>
        </p:nvSpPr>
        <p:spPr>
          <a:xfrm>
            <a:off x="42071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7" name="object 397"/>
          <p:cNvSpPr/>
          <p:nvPr/>
        </p:nvSpPr>
        <p:spPr>
          <a:xfrm>
            <a:off x="41595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8" name="object 398"/>
          <p:cNvSpPr/>
          <p:nvPr/>
        </p:nvSpPr>
        <p:spPr>
          <a:xfrm>
            <a:off x="41119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99" name="object 399"/>
          <p:cNvSpPr/>
          <p:nvPr/>
        </p:nvSpPr>
        <p:spPr>
          <a:xfrm>
            <a:off x="406431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0" name="object 400"/>
          <p:cNvSpPr/>
          <p:nvPr/>
        </p:nvSpPr>
        <p:spPr>
          <a:xfrm>
            <a:off x="401669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1" name="object 401"/>
          <p:cNvSpPr/>
          <p:nvPr/>
        </p:nvSpPr>
        <p:spPr>
          <a:xfrm>
            <a:off x="39690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2" name="object 402"/>
          <p:cNvSpPr/>
          <p:nvPr/>
        </p:nvSpPr>
        <p:spPr>
          <a:xfrm>
            <a:off x="39214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3" name="object 403"/>
          <p:cNvSpPr/>
          <p:nvPr/>
        </p:nvSpPr>
        <p:spPr>
          <a:xfrm>
            <a:off x="38738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4" name="object 404"/>
          <p:cNvSpPr/>
          <p:nvPr/>
        </p:nvSpPr>
        <p:spPr>
          <a:xfrm>
            <a:off x="382619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5" name="object 405"/>
          <p:cNvSpPr/>
          <p:nvPr/>
        </p:nvSpPr>
        <p:spPr>
          <a:xfrm>
            <a:off x="37785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6" name="object 406"/>
          <p:cNvSpPr/>
          <p:nvPr/>
        </p:nvSpPr>
        <p:spPr>
          <a:xfrm>
            <a:off x="37309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7" name="object 407"/>
          <p:cNvSpPr/>
          <p:nvPr/>
        </p:nvSpPr>
        <p:spPr>
          <a:xfrm>
            <a:off x="36833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8" name="object 408"/>
          <p:cNvSpPr/>
          <p:nvPr/>
        </p:nvSpPr>
        <p:spPr>
          <a:xfrm>
            <a:off x="36356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09" name="object 409"/>
          <p:cNvSpPr/>
          <p:nvPr/>
        </p:nvSpPr>
        <p:spPr>
          <a:xfrm>
            <a:off x="35880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0" name="object 410"/>
          <p:cNvSpPr/>
          <p:nvPr/>
        </p:nvSpPr>
        <p:spPr>
          <a:xfrm>
            <a:off x="354044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1" name="object 411"/>
          <p:cNvSpPr/>
          <p:nvPr/>
        </p:nvSpPr>
        <p:spPr>
          <a:xfrm>
            <a:off x="34928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2" name="object 412"/>
          <p:cNvSpPr/>
          <p:nvPr/>
        </p:nvSpPr>
        <p:spPr>
          <a:xfrm>
            <a:off x="34451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3" name="object 413"/>
          <p:cNvSpPr/>
          <p:nvPr/>
        </p:nvSpPr>
        <p:spPr>
          <a:xfrm>
            <a:off x="33975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4" name="object 414"/>
          <p:cNvSpPr/>
          <p:nvPr/>
        </p:nvSpPr>
        <p:spPr>
          <a:xfrm>
            <a:off x="33499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5" name="object 415"/>
          <p:cNvSpPr/>
          <p:nvPr/>
        </p:nvSpPr>
        <p:spPr>
          <a:xfrm>
            <a:off x="330231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6" name="object 416"/>
          <p:cNvSpPr/>
          <p:nvPr/>
        </p:nvSpPr>
        <p:spPr>
          <a:xfrm>
            <a:off x="32546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7" name="object 417"/>
          <p:cNvSpPr/>
          <p:nvPr/>
        </p:nvSpPr>
        <p:spPr>
          <a:xfrm>
            <a:off x="32070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8" name="object 418"/>
          <p:cNvSpPr/>
          <p:nvPr/>
        </p:nvSpPr>
        <p:spPr>
          <a:xfrm>
            <a:off x="31594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19" name="object 419"/>
          <p:cNvSpPr/>
          <p:nvPr/>
        </p:nvSpPr>
        <p:spPr>
          <a:xfrm>
            <a:off x="31118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0" name="object 420"/>
          <p:cNvSpPr/>
          <p:nvPr/>
        </p:nvSpPr>
        <p:spPr>
          <a:xfrm>
            <a:off x="306419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1" name="object 421"/>
          <p:cNvSpPr/>
          <p:nvPr/>
        </p:nvSpPr>
        <p:spPr>
          <a:xfrm>
            <a:off x="30165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2" name="object 422"/>
          <p:cNvSpPr/>
          <p:nvPr/>
        </p:nvSpPr>
        <p:spPr>
          <a:xfrm>
            <a:off x="29689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3" name="object 423"/>
          <p:cNvSpPr/>
          <p:nvPr/>
        </p:nvSpPr>
        <p:spPr>
          <a:xfrm>
            <a:off x="29213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4" name="object 424"/>
          <p:cNvSpPr/>
          <p:nvPr/>
        </p:nvSpPr>
        <p:spPr>
          <a:xfrm>
            <a:off x="28736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5" name="object 425"/>
          <p:cNvSpPr/>
          <p:nvPr/>
        </p:nvSpPr>
        <p:spPr>
          <a:xfrm>
            <a:off x="28260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6" name="object 426"/>
          <p:cNvSpPr/>
          <p:nvPr/>
        </p:nvSpPr>
        <p:spPr>
          <a:xfrm>
            <a:off x="277844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7" name="object 427"/>
          <p:cNvSpPr/>
          <p:nvPr/>
        </p:nvSpPr>
        <p:spPr>
          <a:xfrm>
            <a:off x="27308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8" name="object 428"/>
          <p:cNvSpPr/>
          <p:nvPr/>
        </p:nvSpPr>
        <p:spPr>
          <a:xfrm>
            <a:off x="26831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29" name="object 429"/>
          <p:cNvSpPr/>
          <p:nvPr/>
        </p:nvSpPr>
        <p:spPr>
          <a:xfrm>
            <a:off x="26355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0" name="object 430"/>
          <p:cNvSpPr/>
          <p:nvPr/>
        </p:nvSpPr>
        <p:spPr>
          <a:xfrm>
            <a:off x="25879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1" name="object 431"/>
          <p:cNvSpPr/>
          <p:nvPr/>
        </p:nvSpPr>
        <p:spPr>
          <a:xfrm>
            <a:off x="254031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2" name="object 432"/>
          <p:cNvSpPr/>
          <p:nvPr/>
        </p:nvSpPr>
        <p:spPr>
          <a:xfrm>
            <a:off x="24926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3" name="object 433"/>
          <p:cNvSpPr/>
          <p:nvPr/>
        </p:nvSpPr>
        <p:spPr>
          <a:xfrm>
            <a:off x="24450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4" name="object 434"/>
          <p:cNvSpPr/>
          <p:nvPr/>
        </p:nvSpPr>
        <p:spPr>
          <a:xfrm>
            <a:off x="23974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5" name="object 435"/>
          <p:cNvSpPr/>
          <p:nvPr/>
        </p:nvSpPr>
        <p:spPr>
          <a:xfrm>
            <a:off x="23498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6" name="object 436"/>
          <p:cNvSpPr/>
          <p:nvPr/>
        </p:nvSpPr>
        <p:spPr>
          <a:xfrm>
            <a:off x="23021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7" name="object 437"/>
          <p:cNvSpPr/>
          <p:nvPr/>
        </p:nvSpPr>
        <p:spPr>
          <a:xfrm>
            <a:off x="22545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8" name="object 438"/>
          <p:cNvSpPr/>
          <p:nvPr/>
        </p:nvSpPr>
        <p:spPr>
          <a:xfrm>
            <a:off x="220694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39" name="object 439"/>
          <p:cNvSpPr/>
          <p:nvPr/>
        </p:nvSpPr>
        <p:spPr>
          <a:xfrm>
            <a:off x="21593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0" name="object 440"/>
          <p:cNvSpPr/>
          <p:nvPr/>
        </p:nvSpPr>
        <p:spPr>
          <a:xfrm>
            <a:off x="21116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1" name="object 441"/>
          <p:cNvSpPr/>
          <p:nvPr/>
        </p:nvSpPr>
        <p:spPr>
          <a:xfrm>
            <a:off x="20640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2" name="object 442"/>
          <p:cNvSpPr/>
          <p:nvPr/>
        </p:nvSpPr>
        <p:spPr>
          <a:xfrm>
            <a:off x="20164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3" name="object 443"/>
          <p:cNvSpPr/>
          <p:nvPr/>
        </p:nvSpPr>
        <p:spPr>
          <a:xfrm>
            <a:off x="19688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4" name="object 444"/>
          <p:cNvSpPr/>
          <p:nvPr/>
        </p:nvSpPr>
        <p:spPr>
          <a:xfrm>
            <a:off x="19211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5" name="object 445"/>
          <p:cNvSpPr/>
          <p:nvPr/>
        </p:nvSpPr>
        <p:spPr>
          <a:xfrm>
            <a:off x="18735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6" name="object 446"/>
          <p:cNvSpPr/>
          <p:nvPr/>
        </p:nvSpPr>
        <p:spPr>
          <a:xfrm>
            <a:off x="182594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7" name="object 447"/>
          <p:cNvSpPr/>
          <p:nvPr/>
        </p:nvSpPr>
        <p:spPr>
          <a:xfrm>
            <a:off x="17783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8" name="object 448"/>
          <p:cNvSpPr/>
          <p:nvPr/>
        </p:nvSpPr>
        <p:spPr>
          <a:xfrm>
            <a:off x="17306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49" name="object 449"/>
          <p:cNvSpPr/>
          <p:nvPr/>
        </p:nvSpPr>
        <p:spPr>
          <a:xfrm>
            <a:off x="16830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0" name="object 450"/>
          <p:cNvSpPr/>
          <p:nvPr/>
        </p:nvSpPr>
        <p:spPr>
          <a:xfrm>
            <a:off x="163544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1" name="object 451"/>
          <p:cNvSpPr/>
          <p:nvPr/>
        </p:nvSpPr>
        <p:spPr>
          <a:xfrm>
            <a:off x="15878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2" name="object 452"/>
          <p:cNvSpPr/>
          <p:nvPr/>
        </p:nvSpPr>
        <p:spPr>
          <a:xfrm>
            <a:off x="15401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3" name="object 453"/>
          <p:cNvSpPr/>
          <p:nvPr/>
        </p:nvSpPr>
        <p:spPr>
          <a:xfrm>
            <a:off x="14925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4" name="object 454"/>
          <p:cNvSpPr/>
          <p:nvPr/>
        </p:nvSpPr>
        <p:spPr>
          <a:xfrm>
            <a:off x="144494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5" name="object 455"/>
          <p:cNvSpPr/>
          <p:nvPr/>
        </p:nvSpPr>
        <p:spPr>
          <a:xfrm>
            <a:off x="13973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6" name="object 456"/>
          <p:cNvSpPr/>
          <p:nvPr/>
        </p:nvSpPr>
        <p:spPr>
          <a:xfrm>
            <a:off x="13496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7" name="object 457"/>
          <p:cNvSpPr/>
          <p:nvPr/>
        </p:nvSpPr>
        <p:spPr>
          <a:xfrm>
            <a:off x="13020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8" name="object 458"/>
          <p:cNvSpPr/>
          <p:nvPr/>
        </p:nvSpPr>
        <p:spPr>
          <a:xfrm>
            <a:off x="12544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59" name="object 459"/>
          <p:cNvSpPr/>
          <p:nvPr/>
        </p:nvSpPr>
        <p:spPr>
          <a:xfrm>
            <a:off x="12068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0" name="object 460"/>
          <p:cNvSpPr/>
          <p:nvPr/>
        </p:nvSpPr>
        <p:spPr>
          <a:xfrm>
            <a:off x="11591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1" name="object 461"/>
          <p:cNvSpPr/>
          <p:nvPr/>
        </p:nvSpPr>
        <p:spPr>
          <a:xfrm>
            <a:off x="111156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2" name="object 462"/>
          <p:cNvSpPr/>
          <p:nvPr/>
        </p:nvSpPr>
        <p:spPr>
          <a:xfrm>
            <a:off x="106394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3" name="object 463"/>
          <p:cNvSpPr/>
          <p:nvPr/>
        </p:nvSpPr>
        <p:spPr>
          <a:xfrm>
            <a:off x="1016317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4" name="object 464"/>
          <p:cNvSpPr/>
          <p:nvPr/>
        </p:nvSpPr>
        <p:spPr>
          <a:xfrm>
            <a:off x="968692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5" name="object 465"/>
          <p:cNvSpPr/>
          <p:nvPr/>
        </p:nvSpPr>
        <p:spPr>
          <a:xfrm>
            <a:off x="9210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6" name="object 466"/>
          <p:cNvSpPr/>
          <p:nvPr/>
        </p:nvSpPr>
        <p:spPr>
          <a:xfrm>
            <a:off x="1049369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7" name="object 467"/>
          <p:cNvSpPr/>
          <p:nvPr/>
        </p:nvSpPr>
        <p:spPr>
          <a:xfrm>
            <a:off x="104460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8" name="object 468"/>
          <p:cNvSpPr/>
          <p:nvPr/>
        </p:nvSpPr>
        <p:spPr>
          <a:xfrm>
            <a:off x="103984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69" name="object 469"/>
          <p:cNvSpPr/>
          <p:nvPr/>
        </p:nvSpPr>
        <p:spPr>
          <a:xfrm>
            <a:off x="103508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0" name="object 470"/>
          <p:cNvSpPr/>
          <p:nvPr/>
        </p:nvSpPr>
        <p:spPr>
          <a:xfrm>
            <a:off x="103031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1" name="object 471"/>
          <p:cNvSpPr/>
          <p:nvPr/>
        </p:nvSpPr>
        <p:spPr>
          <a:xfrm>
            <a:off x="102555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2" name="object 472"/>
          <p:cNvSpPr/>
          <p:nvPr/>
        </p:nvSpPr>
        <p:spPr>
          <a:xfrm>
            <a:off x="102079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3" name="object 473"/>
          <p:cNvSpPr/>
          <p:nvPr/>
        </p:nvSpPr>
        <p:spPr>
          <a:xfrm>
            <a:off x="101603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4" name="object 474"/>
          <p:cNvSpPr/>
          <p:nvPr/>
        </p:nvSpPr>
        <p:spPr>
          <a:xfrm>
            <a:off x="101126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5" name="object 475"/>
          <p:cNvSpPr/>
          <p:nvPr/>
        </p:nvSpPr>
        <p:spPr>
          <a:xfrm>
            <a:off x="100650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6" name="object 476"/>
          <p:cNvSpPr/>
          <p:nvPr/>
        </p:nvSpPr>
        <p:spPr>
          <a:xfrm>
            <a:off x="100174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7" name="object 477"/>
          <p:cNvSpPr/>
          <p:nvPr/>
        </p:nvSpPr>
        <p:spPr>
          <a:xfrm>
            <a:off x="996981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8" name="object 478"/>
          <p:cNvSpPr/>
          <p:nvPr/>
        </p:nvSpPr>
        <p:spPr>
          <a:xfrm>
            <a:off x="99221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79" name="object 479"/>
          <p:cNvSpPr/>
          <p:nvPr/>
        </p:nvSpPr>
        <p:spPr>
          <a:xfrm>
            <a:off x="98745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0" name="object 480"/>
          <p:cNvSpPr/>
          <p:nvPr/>
        </p:nvSpPr>
        <p:spPr>
          <a:xfrm>
            <a:off x="98269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1" name="object 481"/>
          <p:cNvSpPr/>
          <p:nvPr/>
        </p:nvSpPr>
        <p:spPr>
          <a:xfrm>
            <a:off x="97793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2" name="object 482"/>
          <p:cNvSpPr/>
          <p:nvPr/>
        </p:nvSpPr>
        <p:spPr>
          <a:xfrm>
            <a:off x="97316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3" name="object 483"/>
          <p:cNvSpPr/>
          <p:nvPr/>
        </p:nvSpPr>
        <p:spPr>
          <a:xfrm>
            <a:off x="96840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4" name="object 484"/>
          <p:cNvSpPr/>
          <p:nvPr/>
        </p:nvSpPr>
        <p:spPr>
          <a:xfrm>
            <a:off x="96364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5" name="object 485"/>
          <p:cNvSpPr/>
          <p:nvPr/>
        </p:nvSpPr>
        <p:spPr>
          <a:xfrm>
            <a:off x="95888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6" name="object 486"/>
          <p:cNvSpPr/>
          <p:nvPr/>
        </p:nvSpPr>
        <p:spPr>
          <a:xfrm>
            <a:off x="954119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7" name="object 487"/>
          <p:cNvSpPr/>
          <p:nvPr/>
        </p:nvSpPr>
        <p:spPr>
          <a:xfrm>
            <a:off x="94935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8" name="object 488"/>
          <p:cNvSpPr/>
          <p:nvPr/>
        </p:nvSpPr>
        <p:spPr>
          <a:xfrm>
            <a:off x="944594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89" name="object 489"/>
          <p:cNvSpPr/>
          <p:nvPr/>
        </p:nvSpPr>
        <p:spPr>
          <a:xfrm>
            <a:off x="93983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0" name="object 490"/>
          <p:cNvSpPr/>
          <p:nvPr/>
        </p:nvSpPr>
        <p:spPr>
          <a:xfrm>
            <a:off x="93506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1" name="object 491"/>
          <p:cNvSpPr/>
          <p:nvPr/>
        </p:nvSpPr>
        <p:spPr>
          <a:xfrm>
            <a:off x="93030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2" name="object 492"/>
          <p:cNvSpPr/>
          <p:nvPr/>
        </p:nvSpPr>
        <p:spPr>
          <a:xfrm>
            <a:off x="92554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3" name="object 493"/>
          <p:cNvSpPr/>
          <p:nvPr/>
        </p:nvSpPr>
        <p:spPr>
          <a:xfrm>
            <a:off x="92078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4" name="object 494"/>
          <p:cNvSpPr/>
          <p:nvPr/>
        </p:nvSpPr>
        <p:spPr>
          <a:xfrm>
            <a:off x="91601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5" name="object 495"/>
          <p:cNvSpPr/>
          <p:nvPr/>
        </p:nvSpPr>
        <p:spPr>
          <a:xfrm>
            <a:off x="91125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6" name="object 496"/>
          <p:cNvSpPr/>
          <p:nvPr/>
        </p:nvSpPr>
        <p:spPr>
          <a:xfrm>
            <a:off x="90649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7" name="object 497"/>
          <p:cNvSpPr/>
          <p:nvPr/>
        </p:nvSpPr>
        <p:spPr>
          <a:xfrm>
            <a:off x="901731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8" name="object 498"/>
          <p:cNvSpPr/>
          <p:nvPr/>
        </p:nvSpPr>
        <p:spPr>
          <a:xfrm>
            <a:off x="89696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499" name="object 499"/>
          <p:cNvSpPr/>
          <p:nvPr/>
        </p:nvSpPr>
        <p:spPr>
          <a:xfrm>
            <a:off x="8922067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0" name="object 500"/>
          <p:cNvSpPr/>
          <p:nvPr/>
        </p:nvSpPr>
        <p:spPr>
          <a:xfrm>
            <a:off x="88744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1" name="object 501"/>
          <p:cNvSpPr/>
          <p:nvPr/>
        </p:nvSpPr>
        <p:spPr>
          <a:xfrm>
            <a:off x="88268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2" name="object 502"/>
          <p:cNvSpPr/>
          <p:nvPr/>
        </p:nvSpPr>
        <p:spPr>
          <a:xfrm>
            <a:off x="87791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3" name="object 503"/>
          <p:cNvSpPr/>
          <p:nvPr/>
        </p:nvSpPr>
        <p:spPr>
          <a:xfrm>
            <a:off x="87315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4" name="object 504"/>
          <p:cNvSpPr/>
          <p:nvPr/>
        </p:nvSpPr>
        <p:spPr>
          <a:xfrm>
            <a:off x="868394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5" name="object 505"/>
          <p:cNvSpPr/>
          <p:nvPr/>
        </p:nvSpPr>
        <p:spPr>
          <a:xfrm>
            <a:off x="86363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6" name="object 506"/>
          <p:cNvSpPr/>
          <p:nvPr/>
        </p:nvSpPr>
        <p:spPr>
          <a:xfrm>
            <a:off x="8588691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7" name="object 507"/>
          <p:cNvSpPr/>
          <p:nvPr/>
        </p:nvSpPr>
        <p:spPr>
          <a:xfrm>
            <a:off x="854106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8" name="object 508"/>
          <p:cNvSpPr/>
          <p:nvPr/>
        </p:nvSpPr>
        <p:spPr>
          <a:xfrm>
            <a:off x="849344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09" name="object 509"/>
          <p:cNvSpPr/>
          <p:nvPr/>
        </p:nvSpPr>
        <p:spPr>
          <a:xfrm>
            <a:off x="8445816" y="37424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0" name="object 510"/>
          <p:cNvSpPr/>
          <p:nvPr/>
        </p:nvSpPr>
        <p:spPr>
          <a:xfrm>
            <a:off x="8398192" y="37424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1" name="object 511"/>
          <p:cNvSpPr/>
          <p:nvPr/>
        </p:nvSpPr>
        <p:spPr>
          <a:xfrm>
            <a:off x="83505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2" name="object 512"/>
          <p:cNvSpPr/>
          <p:nvPr/>
        </p:nvSpPr>
        <p:spPr>
          <a:xfrm>
            <a:off x="83029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3" name="object 513"/>
          <p:cNvSpPr/>
          <p:nvPr/>
        </p:nvSpPr>
        <p:spPr>
          <a:xfrm>
            <a:off x="82553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4" name="object 514"/>
          <p:cNvSpPr/>
          <p:nvPr/>
        </p:nvSpPr>
        <p:spPr>
          <a:xfrm>
            <a:off x="82076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5" name="object 515"/>
          <p:cNvSpPr/>
          <p:nvPr/>
        </p:nvSpPr>
        <p:spPr>
          <a:xfrm>
            <a:off x="81600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6" name="object 516"/>
          <p:cNvSpPr/>
          <p:nvPr/>
        </p:nvSpPr>
        <p:spPr>
          <a:xfrm>
            <a:off x="81124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7" name="object 517"/>
          <p:cNvSpPr/>
          <p:nvPr/>
        </p:nvSpPr>
        <p:spPr>
          <a:xfrm>
            <a:off x="806481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8" name="object 518"/>
          <p:cNvSpPr/>
          <p:nvPr/>
        </p:nvSpPr>
        <p:spPr>
          <a:xfrm>
            <a:off x="80171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19" name="object 519"/>
          <p:cNvSpPr/>
          <p:nvPr/>
        </p:nvSpPr>
        <p:spPr>
          <a:xfrm>
            <a:off x="79695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0" name="object 520"/>
          <p:cNvSpPr/>
          <p:nvPr/>
        </p:nvSpPr>
        <p:spPr>
          <a:xfrm>
            <a:off x="79219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1" name="object 521"/>
          <p:cNvSpPr/>
          <p:nvPr/>
        </p:nvSpPr>
        <p:spPr>
          <a:xfrm>
            <a:off x="787431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2" name="object 522"/>
          <p:cNvSpPr/>
          <p:nvPr/>
        </p:nvSpPr>
        <p:spPr>
          <a:xfrm>
            <a:off x="78266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3" name="object 523"/>
          <p:cNvSpPr/>
          <p:nvPr/>
        </p:nvSpPr>
        <p:spPr>
          <a:xfrm>
            <a:off x="77790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4" name="object 524"/>
          <p:cNvSpPr/>
          <p:nvPr/>
        </p:nvSpPr>
        <p:spPr>
          <a:xfrm>
            <a:off x="77314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5" name="object 525"/>
          <p:cNvSpPr/>
          <p:nvPr/>
        </p:nvSpPr>
        <p:spPr>
          <a:xfrm>
            <a:off x="76838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6" name="object 526"/>
          <p:cNvSpPr/>
          <p:nvPr/>
        </p:nvSpPr>
        <p:spPr>
          <a:xfrm>
            <a:off x="76361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7" name="object 527"/>
          <p:cNvSpPr/>
          <p:nvPr/>
        </p:nvSpPr>
        <p:spPr>
          <a:xfrm>
            <a:off x="75885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8" name="object 528"/>
          <p:cNvSpPr/>
          <p:nvPr/>
        </p:nvSpPr>
        <p:spPr>
          <a:xfrm>
            <a:off x="754094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29" name="object 529"/>
          <p:cNvSpPr/>
          <p:nvPr/>
        </p:nvSpPr>
        <p:spPr>
          <a:xfrm>
            <a:off x="74933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0" name="object 530"/>
          <p:cNvSpPr/>
          <p:nvPr/>
        </p:nvSpPr>
        <p:spPr>
          <a:xfrm>
            <a:off x="744569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1" name="object 531"/>
          <p:cNvSpPr/>
          <p:nvPr/>
        </p:nvSpPr>
        <p:spPr>
          <a:xfrm>
            <a:off x="73980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2" name="object 532"/>
          <p:cNvSpPr/>
          <p:nvPr/>
        </p:nvSpPr>
        <p:spPr>
          <a:xfrm>
            <a:off x="73504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3" name="object 533"/>
          <p:cNvSpPr/>
          <p:nvPr/>
        </p:nvSpPr>
        <p:spPr>
          <a:xfrm>
            <a:off x="73028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4" name="object 534"/>
          <p:cNvSpPr/>
          <p:nvPr/>
        </p:nvSpPr>
        <p:spPr>
          <a:xfrm>
            <a:off x="72551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5" name="object 535"/>
          <p:cNvSpPr/>
          <p:nvPr/>
        </p:nvSpPr>
        <p:spPr>
          <a:xfrm>
            <a:off x="72075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6" name="object 536"/>
          <p:cNvSpPr/>
          <p:nvPr/>
        </p:nvSpPr>
        <p:spPr>
          <a:xfrm>
            <a:off x="71599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7" name="object 537"/>
          <p:cNvSpPr/>
          <p:nvPr/>
        </p:nvSpPr>
        <p:spPr>
          <a:xfrm>
            <a:off x="71123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8" name="object 538"/>
          <p:cNvSpPr/>
          <p:nvPr/>
        </p:nvSpPr>
        <p:spPr>
          <a:xfrm>
            <a:off x="706469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39" name="object 539"/>
          <p:cNvSpPr/>
          <p:nvPr/>
        </p:nvSpPr>
        <p:spPr>
          <a:xfrm>
            <a:off x="70170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0" name="object 540"/>
          <p:cNvSpPr/>
          <p:nvPr/>
        </p:nvSpPr>
        <p:spPr>
          <a:xfrm>
            <a:off x="69694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1" name="object 541"/>
          <p:cNvSpPr/>
          <p:nvPr/>
        </p:nvSpPr>
        <p:spPr>
          <a:xfrm>
            <a:off x="692181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2" name="object 542"/>
          <p:cNvSpPr/>
          <p:nvPr/>
        </p:nvSpPr>
        <p:spPr>
          <a:xfrm>
            <a:off x="68741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3" name="object 543"/>
          <p:cNvSpPr/>
          <p:nvPr/>
        </p:nvSpPr>
        <p:spPr>
          <a:xfrm>
            <a:off x="68265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4" name="object 544"/>
          <p:cNvSpPr/>
          <p:nvPr/>
        </p:nvSpPr>
        <p:spPr>
          <a:xfrm>
            <a:off x="67789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5" name="object 545"/>
          <p:cNvSpPr/>
          <p:nvPr/>
        </p:nvSpPr>
        <p:spPr>
          <a:xfrm>
            <a:off x="67313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6" name="object 546"/>
          <p:cNvSpPr/>
          <p:nvPr/>
        </p:nvSpPr>
        <p:spPr>
          <a:xfrm>
            <a:off x="66836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7" name="object 547"/>
          <p:cNvSpPr/>
          <p:nvPr/>
        </p:nvSpPr>
        <p:spPr>
          <a:xfrm>
            <a:off x="66360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8" name="object 548"/>
          <p:cNvSpPr/>
          <p:nvPr/>
        </p:nvSpPr>
        <p:spPr>
          <a:xfrm>
            <a:off x="658844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49" name="object 549"/>
          <p:cNvSpPr/>
          <p:nvPr/>
        </p:nvSpPr>
        <p:spPr>
          <a:xfrm>
            <a:off x="654081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0" name="object 550"/>
          <p:cNvSpPr/>
          <p:nvPr/>
        </p:nvSpPr>
        <p:spPr>
          <a:xfrm>
            <a:off x="64931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1" name="object 551"/>
          <p:cNvSpPr/>
          <p:nvPr/>
        </p:nvSpPr>
        <p:spPr>
          <a:xfrm>
            <a:off x="64455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2" name="object 552"/>
          <p:cNvSpPr/>
          <p:nvPr/>
        </p:nvSpPr>
        <p:spPr>
          <a:xfrm>
            <a:off x="63979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3" name="object 553"/>
          <p:cNvSpPr/>
          <p:nvPr/>
        </p:nvSpPr>
        <p:spPr>
          <a:xfrm>
            <a:off x="63503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4" name="object 554"/>
          <p:cNvSpPr/>
          <p:nvPr/>
        </p:nvSpPr>
        <p:spPr>
          <a:xfrm>
            <a:off x="63026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5" name="object 555"/>
          <p:cNvSpPr/>
          <p:nvPr/>
        </p:nvSpPr>
        <p:spPr>
          <a:xfrm>
            <a:off x="62550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6" name="object 556"/>
          <p:cNvSpPr/>
          <p:nvPr/>
        </p:nvSpPr>
        <p:spPr>
          <a:xfrm>
            <a:off x="62074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7" name="object 557"/>
          <p:cNvSpPr/>
          <p:nvPr/>
        </p:nvSpPr>
        <p:spPr>
          <a:xfrm>
            <a:off x="61598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8" name="object 558"/>
          <p:cNvSpPr/>
          <p:nvPr/>
        </p:nvSpPr>
        <p:spPr>
          <a:xfrm>
            <a:off x="611219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59" name="object 559"/>
          <p:cNvSpPr/>
          <p:nvPr/>
        </p:nvSpPr>
        <p:spPr>
          <a:xfrm>
            <a:off x="60645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0" name="object 560"/>
          <p:cNvSpPr/>
          <p:nvPr/>
        </p:nvSpPr>
        <p:spPr>
          <a:xfrm>
            <a:off x="601694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1" name="object 561"/>
          <p:cNvSpPr/>
          <p:nvPr/>
        </p:nvSpPr>
        <p:spPr>
          <a:xfrm>
            <a:off x="59693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2" name="object 562"/>
          <p:cNvSpPr/>
          <p:nvPr/>
        </p:nvSpPr>
        <p:spPr>
          <a:xfrm>
            <a:off x="59216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3" name="object 563"/>
          <p:cNvSpPr/>
          <p:nvPr/>
        </p:nvSpPr>
        <p:spPr>
          <a:xfrm>
            <a:off x="58740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4" name="object 564"/>
          <p:cNvSpPr/>
          <p:nvPr/>
        </p:nvSpPr>
        <p:spPr>
          <a:xfrm>
            <a:off x="58264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5" name="object 565"/>
          <p:cNvSpPr/>
          <p:nvPr/>
        </p:nvSpPr>
        <p:spPr>
          <a:xfrm>
            <a:off x="57788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6" name="object 566"/>
          <p:cNvSpPr/>
          <p:nvPr/>
        </p:nvSpPr>
        <p:spPr>
          <a:xfrm>
            <a:off x="57311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7" name="object 567"/>
          <p:cNvSpPr/>
          <p:nvPr/>
        </p:nvSpPr>
        <p:spPr>
          <a:xfrm>
            <a:off x="56835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8" name="object 568"/>
          <p:cNvSpPr/>
          <p:nvPr/>
        </p:nvSpPr>
        <p:spPr>
          <a:xfrm>
            <a:off x="56359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69" name="object 569"/>
          <p:cNvSpPr/>
          <p:nvPr/>
        </p:nvSpPr>
        <p:spPr>
          <a:xfrm>
            <a:off x="55883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0" name="object 570"/>
          <p:cNvSpPr/>
          <p:nvPr/>
        </p:nvSpPr>
        <p:spPr>
          <a:xfrm>
            <a:off x="554069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1" name="object 571"/>
          <p:cNvSpPr/>
          <p:nvPr/>
        </p:nvSpPr>
        <p:spPr>
          <a:xfrm>
            <a:off x="54930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2" name="object 572"/>
          <p:cNvSpPr/>
          <p:nvPr/>
        </p:nvSpPr>
        <p:spPr>
          <a:xfrm>
            <a:off x="54454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3" name="object 573"/>
          <p:cNvSpPr/>
          <p:nvPr/>
        </p:nvSpPr>
        <p:spPr>
          <a:xfrm>
            <a:off x="53978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4" name="object 574"/>
          <p:cNvSpPr/>
          <p:nvPr/>
        </p:nvSpPr>
        <p:spPr>
          <a:xfrm>
            <a:off x="53501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5" name="object 575"/>
          <p:cNvSpPr/>
          <p:nvPr/>
        </p:nvSpPr>
        <p:spPr>
          <a:xfrm>
            <a:off x="53025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6" name="object 576"/>
          <p:cNvSpPr/>
          <p:nvPr/>
        </p:nvSpPr>
        <p:spPr>
          <a:xfrm>
            <a:off x="52549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7" name="object 577"/>
          <p:cNvSpPr/>
          <p:nvPr/>
        </p:nvSpPr>
        <p:spPr>
          <a:xfrm>
            <a:off x="52073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8" name="object 578"/>
          <p:cNvSpPr/>
          <p:nvPr/>
        </p:nvSpPr>
        <p:spPr>
          <a:xfrm>
            <a:off x="51596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79" name="object 579"/>
          <p:cNvSpPr/>
          <p:nvPr/>
        </p:nvSpPr>
        <p:spPr>
          <a:xfrm>
            <a:off x="51120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0" name="object 580"/>
          <p:cNvSpPr/>
          <p:nvPr/>
        </p:nvSpPr>
        <p:spPr>
          <a:xfrm>
            <a:off x="50644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1" name="object 581"/>
          <p:cNvSpPr/>
          <p:nvPr/>
        </p:nvSpPr>
        <p:spPr>
          <a:xfrm>
            <a:off x="501681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2" name="object 582"/>
          <p:cNvSpPr/>
          <p:nvPr/>
        </p:nvSpPr>
        <p:spPr>
          <a:xfrm>
            <a:off x="49691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3" name="object 583"/>
          <p:cNvSpPr/>
          <p:nvPr/>
        </p:nvSpPr>
        <p:spPr>
          <a:xfrm>
            <a:off x="49215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4" name="object 584"/>
          <p:cNvSpPr/>
          <p:nvPr/>
        </p:nvSpPr>
        <p:spPr>
          <a:xfrm>
            <a:off x="48739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5" name="object 585"/>
          <p:cNvSpPr/>
          <p:nvPr/>
        </p:nvSpPr>
        <p:spPr>
          <a:xfrm>
            <a:off x="48263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6" name="object 586"/>
          <p:cNvSpPr/>
          <p:nvPr/>
        </p:nvSpPr>
        <p:spPr>
          <a:xfrm>
            <a:off x="47786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7" name="object 587"/>
          <p:cNvSpPr/>
          <p:nvPr/>
        </p:nvSpPr>
        <p:spPr>
          <a:xfrm>
            <a:off x="47310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8" name="object 588"/>
          <p:cNvSpPr/>
          <p:nvPr/>
        </p:nvSpPr>
        <p:spPr>
          <a:xfrm>
            <a:off x="46834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89" name="object 589"/>
          <p:cNvSpPr/>
          <p:nvPr/>
        </p:nvSpPr>
        <p:spPr>
          <a:xfrm>
            <a:off x="46358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0" name="object 590"/>
          <p:cNvSpPr/>
          <p:nvPr/>
        </p:nvSpPr>
        <p:spPr>
          <a:xfrm>
            <a:off x="45881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1" name="object 591"/>
          <p:cNvSpPr/>
          <p:nvPr/>
        </p:nvSpPr>
        <p:spPr>
          <a:xfrm>
            <a:off x="45405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2" name="object 592"/>
          <p:cNvSpPr/>
          <p:nvPr/>
        </p:nvSpPr>
        <p:spPr>
          <a:xfrm>
            <a:off x="449294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3" name="object 593"/>
          <p:cNvSpPr/>
          <p:nvPr/>
        </p:nvSpPr>
        <p:spPr>
          <a:xfrm>
            <a:off x="44453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4" name="object 594"/>
          <p:cNvSpPr/>
          <p:nvPr/>
        </p:nvSpPr>
        <p:spPr>
          <a:xfrm>
            <a:off x="43976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5" name="object 595"/>
          <p:cNvSpPr/>
          <p:nvPr/>
        </p:nvSpPr>
        <p:spPr>
          <a:xfrm>
            <a:off x="43500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6" name="object 596"/>
          <p:cNvSpPr/>
          <p:nvPr/>
        </p:nvSpPr>
        <p:spPr>
          <a:xfrm>
            <a:off x="43024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7" name="object 597"/>
          <p:cNvSpPr/>
          <p:nvPr/>
        </p:nvSpPr>
        <p:spPr>
          <a:xfrm>
            <a:off x="42548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8" name="object 598"/>
          <p:cNvSpPr/>
          <p:nvPr/>
        </p:nvSpPr>
        <p:spPr>
          <a:xfrm>
            <a:off x="42071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599" name="object 599"/>
          <p:cNvSpPr/>
          <p:nvPr/>
        </p:nvSpPr>
        <p:spPr>
          <a:xfrm>
            <a:off x="41595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0" name="object 600"/>
          <p:cNvSpPr/>
          <p:nvPr/>
        </p:nvSpPr>
        <p:spPr>
          <a:xfrm>
            <a:off x="41119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1" name="object 601"/>
          <p:cNvSpPr/>
          <p:nvPr/>
        </p:nvSpPr>
        <p:spPr>
          <a:xfrm>
            <a:off x="406431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2" name="object 602"/>
          <p:cNvSpPr/>
          <p:nvPr/>
        </p:nvSpPr>
        <p:spPr>
          <a:xfrm>
            <a:off x="401669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3" name="object 603"/>
          <p:cNvSpPr/>
          <p:nvPr/>
        </p:nvSpPr>
        <p:spPr>
          <a:xfrm>
            <a:off x="39690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4" name="object 604"/>
          <p:cNvSpPr/>
          <p:nvPr/>
        </p:nvSpPr>
        <p:spPr>
          <a:xfrm>
            <a:off x="39214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5" name="object 605"/>
          <p:cNvSpPr/>
          <p:nvPr/>
        </p:nvSpPr>
        <p:spPr>
          <a:xfrm>
            <a:off x="38738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6" name="object 606"/>
          <p:cNvSpPr/>
          <p:nvPr/>
        </p:nvSpPr>
        <p:spPr>
          <a:xfrm>
            <a:off x="382619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7" name="object 607"/>
          <p:cNvSpPr/>
          <p:nvPr/>
        </p:nvSpPr>
        <p:spPr>
          <a:xfrm>
            <a:off x="37785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8" name="object 608"/>
          <p:cNvSpPr/>
          <p:nvPr/>
        </p:nvSpPr>
        <p:spPr>
          <a:xfrm>
            <a:off x="37309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09" name="object 609"/>
          <p:cNvSpPr/>
          <p:nvPr/>
        </p:nvSpPr>
        <p:spPr>
          <a:xfrm>
            <a:off x="36833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0" name="object 610"/>
          <p:cNvSpPr/>
          <p:nvPr/>
        </p:nvSpPr>
        <p:spPr>
          <a:xfrm>
            <a:off x="36356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1" name="object 611"/>
          <p:cNvSpPr/>
          <p:nvPr/>
        </p:nvSpPr>
        <p:spPr>
          <a:xfrm>
            <a:off x="35880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2" name="object 612"/>
          <p:cNvSpPr/>
          <p:nvPr/>
        </p:nvSpPr>
        <p:spPr>
          <a:xfrm>
            <a:off x="354044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3" name="object 613"/>
          <p:cNvSpPr/>
          <p:nvPr/>
        </p:nvSpPr>
        <p:spPr>
          <a:xfrm>
            <a:off x="34928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4" name="object 614"/>
          <p:cNvSpPr/>
          <p:nvPr/>
        </p:nvSpPr>
        <p:spPr>
          <a:xfrm>
            <a:off x="34451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5" name="object 615"/>
          <p:cNvSpPr/>
          <p:nvPr/>
        </p:nvSpPr>
        <p:spPr>
          <a:xfrm>
            <a:off x="33975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6" name="object 616"/>
          <p:cNvSpPr/>
          <p:nvPr/>
        </p:nvSpPr>
        <p:spPr>
          <a:xfrm>
            <a:off x="33499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7" name="object 617"/>
          <p:cNvSpPr/>
          <p:nvPr/>
        </p:nvSpPr>
        <p:spPr>
          <a:xfrm>
            <a:off x="330231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8" name="object 618"/>
          <p:cNvSpPr/>
          <p:nvPr/>
        </p:nvSpPr>
        <p:spPr>
          <a:xfrm>
            <a:off x="32546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19" name="object 619"/>
          <p:cNvSpPr/>
          <p:nvPr/>
        </p:nvSpPr>
        <p:spPr>
          <a:xfrm>
            <a:off x="32070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0" name="object 620"/>
          <p:cNvSpPr/>
          <p:nvPr/>
        </p:nvSpPr>
        <p:spPr>
          <a:xfrm>
            <a:off x="31594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1" name="object 621"/>
          <p:cNvSpPr/>
          <p:nvPr/>
        </p:nvSpPr>
        <p:spPr>
          <a:xfrm>
            <a:off x="31118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2" name="object 622"/>
          <p:cNvSpPr/>
          <p:nvPr/>
        </p:nvSpPr>
        <p:spPr>
          <a:xfrm>
            <a:off x="306419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3" name="object 623"/>
          <p:cNvSpPr/>
          <p:nvPr/>
        </p:nvSpPr>
        <p:spPr>
          <a:xfrm>
            <a:off x="30165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4" name="object 624"/>
          <p:cNvSpPr/>
          <p:nvPr/>
        </p:nvSpPr>
        <p:spPr>
          <a:xfrm>
            <a:off x="29689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5" name="object 625"/>
          <p:cNvSpPr/>
          <p:nvPr/>
        </p:nvSpPr>
        <p:spPr>
          <a:xfrm>
            <a:off x="29213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6" name="object 626"/>
          <p:cNvSpPr/>
          <p:nvPr/>
        </p:nvSpPr>
        <p:spPr>
          <a:xfrm>
            <a:off x="28736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7" name="object 627"/>
          <p:cNvSpPr/>
          <p:nvPr/>
        </p:nvSpPr>
        <p:spPr>
          <a:xfrm>
            <a:off x="28260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8" name="object 628"/>
          <p:cNvSpPr/>
          <p:nvPr/>
        </p:nvSpPr>
        <p:spPr>
          <a:xfrm>
            <a:off x="277844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29" name="object 629"/>
          <p:cNvSpPr/>
          <p:nvPr/>
        </p:nvSpPr>
        <p:spPr>
          <a:xfrm>
            <a:off x="27308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0" name="object 630"/>
          <p:cNvSpPr/>
          <p:nvPr/>
        </p:nvSpPr>
        <p:spPr>
          <a:xfrm>
            <a:off x="26831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1" name="object 631"/>
          <p:cNvSpPr/>
          <p:nvPr/>
        </p:nvSpPr>
        <p:spPr>
          <a:xfrm>
            <a:off x="26355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2" name="object 632"/>
          <p:cNvSpPr/>
          <p:nvPr/>
        </p:nvSpPr>
        <p:spPr>
          <a:xfrm>
            <a:off x="25879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3" name="object 633"/>
          <p:cNvSpPr/>
          <p:nvPr/>
        </p:nvSpPr>
        <p:spPr>
          <a:xfrm>
            <a:off x="254031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4" name="object 634"/>
          <p:cNvSpPr/>
          <p:nvPr/>
        </p:nvSpPr>
        <p:spPr>
          <a:xfrm>
            <a:off x="24926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5" name="object 635"/>
          <p:cNvSpPr/>
          <p:nvPr/>
        </p:nvSpPr>
        <p:spPr>
          <a:xfrm>
            <a:off x="24450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6" name="object 636"/>
          <p:cNvSpPr/>
          <p:nvPr/>
        </p:nvSpPr>
        <p:spPr>
          <a:xfrm>
            <a:off x="23974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7" name="object 637"/>
          <p:cNvSpPr/>
          <p:nvPr/>
        </p:nvSpPr>
        <p:spPr>
          <a:xfrm>
            <a:off x="23498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8" name="object 638"/>
          <p:cNvSpPr/>
          <p:nvPr/>
        </p:nvSpPr>
        <p:spPr>
          <a:xfrm>
            <a:off x="23021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39" name="object 639"/>
          <p:cNvSpPr/>
          <p:nvPr/>
        </p:nvSpPr>
        <p:spPr>
          <a:xfrm>
            <a:off x="22545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0" name="object 640"/>
          <p:cNvSpPr/>
          <p:nvPr/>
        </p:nvSpPr>
        <p:spPr>
          <a:xfrm>
            <a:off x="220694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1" name="object 641"/>
          <p:cNvSpPr/>
          <p:nvPr/>
        </p:nvSpPr>
        <p:spPr>
          <a:xfrm>
            <a:off x="21593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2" name="object 642"/>
          <p:cNvSpPr/>
          <p:nvPr/>
        </p:nvSpPr>
        <p:spPr>
          <a:xfrm>
            <a:off x="21116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3" name="object 643"/>
          <p:cNvSpPr/>
          <p:nvPr/>
        </p:nvSpPr>
        <p:spPr>
          <a:xfrm>
            <a:off x="20640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4" name="object 644"/>
          <p:cNvSpPr/>
          <p:nvPr/>
        </p:nvSpPr>
        <p:spPr>
          <a:xfrm>
            <a:off x="20164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5" name="object 645"/>
          <p:cNvSpPr/>
          <p:nvPr/>
        </p:nvSpPr>
        <p:spPr>
          <a:xfrm>
            <a:off x="19688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6" name="object 646"/>
          <p:cNvSpPr/>
          <p:nvPr/>
        </p:nvSpPr>
        <p:spPr>
          <a:xfrm>
            <a:off x="19211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7" name="object 647"/>
          <p:cNvSpPr/>
          <p:nvPr/>
        </p:nvSpPr>
        <p:spPr>
          <a:xfrm>
            <a:off x="18735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8" name="object 648"/>
          <p:cNvSpPr/>
          <p:nvPr/>
        </p:nvSpPr>
        <p:spPr>
          <a:xfrm>
            <a:off x="182594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49" name="object 649"/>
          <p:cNvSpPr/>
          <p:nvPr/>
        </p:nvSpPr>
        <p:spPr>
          <a:xfrm>
            <a:off x="17783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0" name="object 650"/>
          <p:cNvSpPr/>
          <p:nvPr/>
        </p:nvSpPr>
        <p:spPr>
          <a:xfrm>
            <a:off x="17306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1" name="object 651"/>
          <p:cNvSpPr/>
          <p:nvPr/>
        </p:nvSpPr>
        <p:spPr>
          <a:xfrm>
            <a:off x="16830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2" name="object 652"/>
          <p:cNvSpPr/>
          <p:nvPr/>
        </p:nvSpPr>
        <p:spPr>
          <a:xfrm>
            <a:off x="163544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3" name="object 653"/>
          <p:cNvSpPr/>
          <p:nvPr/>
        </p:nvSpPr>
        <p:spPr>
          <a:xfrm>
            <a:off x="15878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4" name="object 654"/>
          <p:cNvSpPr/>
          <p:nvPr/>
        </p:nvSpPr>
        <p:spPr>
          <a:xfrm>
            <a:off x="15401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5" name="object 655"/>
          <p:cNvSpPr/>
          <p:nvPr/>
        </p:nvSpPr>
        <p:spPr>
          <a:xfrm>
            <a:off x="14925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6" name="object 656"/>
          <p:cNvSpPr/>
          <p:nvPr/>
        </p:nvSpPr>
        <p:spPr>
          <a:xfrm>
            <a:off x="144494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7" name="object 657"/>
          <p:cNvSpPr/>
          <p:nvPr/>
        </p:nvSpPr>
        <p:spPr>
          <a:xfrm>
            <a:off x="13973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8" name="object 658"/>
          <p:cNvSpPr/>
          <p:nvPr/>
        </p:nvSpPr>
        <p:spPr>
          <a:xfrm>
            <a:off x="13496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59" name="object 659"/>
          <p:cNvSpPr/>
          <p:nvPr/>
        </p:nvSpPr>
        <p:spPr>
          <a:xfrm>
            <a:off x="13020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0" name="object 660"/>
          <p:cNvSpPr/>
          <p:nvPr/>
        </p:nvSpPr>
        <p:spPr>
          <a:xfrm>
            <a:off x="12544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1" name="object 661"/>
          <p:cNvSpPr/>
          <p:nvPr/>
        </p:nvSpPr>
        <p:spPr>
          <a:xfrm>
            <a:off x="12068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2" name="object 662"/>
          <p:cNvSpPr/>
          <p:nvPr/>
        </p:nvSpPr>
        <p:spPr>
          <a:xfrm>
            <a:off x="11591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3" name="object 663"/>
          <p:cNvSpPr/>
          <p:nvPr/>
        </p:nvSpPr>
        <p:spPr>
          <a:xfrm>
            <a:off x="111156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4" name="object 664"/>
          <p:cNvSpPr/>
          <p:nvPr/>
        </p:nvSpPr>
        <p:spPr>
          <a:xfrm>
            <a:off x="106394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5" name="object 665"/>
          <p:cNvSpPr/>
          <p:nvPr/>
        </p:nvSpPr>
        <p:spPr>
          <a:xfrm>
            <a:off x="1016317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6" name="object 666"/>
          <p:cNvSpPr/>
          <p:nvPr/>
        </p:nvSpPr>
        <p:spPr>
          <a:xfrm>
            <a:off x="968692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7" name="object 667"/>
          <p:cNvSpPr/>
          <p:nvPr/>
        </p:nvSpPr>
        <p:spPr>
          <a:xfrm>
            <a:off x="9210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8" name="object 668"/>
          <p:cNvSpPr/>
          <p:nvPr/>
        </p:nvSpPr>
        <p:spPr>
          <a:xfrm>
            <a:off x="1049369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69" name="object 669"/>
          <p:cNvSpPr/>
          <p:nvPr/>
        </p:nvSpPr>
        <p:spPr>
          <a:xfrm>
            <a:off x="104460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0" name="object 670"/>
          <p:cNvSpPr/>
          <p:nvPr/>
        </p:nvSpPr>
        <p:spPr>
          <a:xfrm>
            <a:off x="103984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1" name="object 671"/>
          <p:cNvSpPr/>
          <p:nvPr/>
        </p:nvSpPr>
        <p:spPr>
          <a:xfrm>
            <a:off x="103508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2" name="object 672"/>
          <p:cNvSpPr/>
          <p:nvPr/>
        </p:nvSpPr>
        <p:spPr>
          <a:xfrm>
            <a:off x="103031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3" name="object 673"/>
          <p:cNvSpPr/>
          <p:nvPr/>
        </p:nvSpPr>
        <p:spPr>
          <a:xfrm>
            <a:off x="102555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4" name="object 674"/>
          <p:cNvSpPr/>
          <p:nvPr/>
        </p:nvSpPr>
        <p:spPr>
          <a:xfrm>
            <a:off x="102079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5" name="object 675"/>
          <p:cNvSpPr/>
          <p:nvPr/>
        </p:nvSpPr>
        <p:spPr>
          <a:xfrm>
            <a:off x="101603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6" name="object 676"/>
          <p:cNvSpPr/>
          <p:nvPr/>
        </p:nvSpPr>
        <p:spPr>
          <a:xfrm>
            <a:off x="101126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7" name="object 677"/>
          <p:cNvSpPr/>
          <p:nvPr/>
        </p:nvSpPr>
        <p:spPr>
          <a:xfrm>
            <a:off x="100650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8" name="object 678"/>
          <p:cNvSpPr/>
          <p:nvPr/>
        </p:nvSpPr>
        <p:spPr>
          <a:xfrm>
            <a:off x="100174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79" name="object 679"/>
          <p:cNvSpPr/>
          <p:nvPr/>
        </p:nvSpPr>
        <p:spPr>
          <a:xfrm>
            <a:off x="996981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0" name="object 680"/>
          <p:cNvSpPr/>
          <p:nvPr/>
        </p:nvSpPr>
        <p:spPr>
          <a:xfrm>
            <a:off x="99221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1" name="object 681"/>
          <p:cNvSpPr/>
          <p:nvPr/>
        </p:nvSpPr>
        <p:spPr>
          <a:xfrm>
            <a:off x="98745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2" name="object 682"/>
          <p:cNvSpPr/>
          <p:nvPr/>
        </p:nvSpPr>
        <p:spPr>
          <a:xfrm>
            <a:off x="98269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3" name="object 683"/>
          <p:cNvSpPr/>
          <p:nvPr/>
        </p:nvSpPr>
        <p:spPr>
          <a:xfrm>
            <a:off x="97793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4" name="object 684"/>
          <p:cNvSpPr/>
          <p:nvPr/>
        </p:nvSpPr>
        <p:spPr>
          <a:xfrm>
            <a:off x="97316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5" name="object 685"/>
          <p:cNvSpPr/>
          <p:nvPr/>
        </p:nvSpPr>
        <p:spPr>
          <a:xfrm>
            <a:off x="96840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6" name="object 686"/>
          <p:cNvSpPr/>
          <p:nvPr/>
        </p:nvSpPr>
        <p:spPr>
          <a:xfrm>
            <a:off x="96364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7" name="object 687"/>
          <p:cNvSpPr/>
          <p:nvPr/>
        </p:nvSpPr>
        <p:spPr>
          <a:xfrm>
            <a:off x="95888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8" name="object 688"/>
          <p:cNvSpPr/>
          <p:nvPr/>
        </p:nvSpPr>
        <p:spPr>
          <a:xfrm>
            <a:off x="954119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89" name="object 689"/>
          <p:cNvSpPr/>
          <p:nvPr/>
        </p:nvSpPr>
        <p:spPr>
          <a:xfrm>
            <a:off x="94935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90" name="object 690"/>
          <p:cNvSpPr/>
          <p:nvPr/>
        </p:nvSpPr>
        <p:spPr>
          <a:xfrm>
            <a:off x="944594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91" name="object 691"/>
          <p:cNvSpPr/>
          <p:nvPr/>
        </p:nvSpPr>
        <p:spPr>
          <a:xfrm>
            <a:off x="93983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92" name="object 692"/>
          <p:cNvSpPr/>
          <p:nvPr/>
        </p:nvSpPr>
        <p:spPr>
          <a:xfrm>
            <a:off x="93506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93" name="object 693"/>
          <p:cNvSpPr/>
          <p:nvPr/>
        </p:nvSpPr>
        <p:spPr>
          <a:xfrm>
            <a:off x="93030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94" name="object 694"/>
          <p:cNvSpPr/>
          <p:nvPr/>
        </p:nvSpPr>
        <p:spPr>
          <a:xfrm>
            <a:off x="92554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95" name="object 695"/>
          <p:cNvSpPr/>
          <p:nvPr/>
        </p:nvSpPr>
        <p:spPr>
          <a:xfrm>
            <a:off x="92078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96" name="object 696"/>
          <p:cNvSpPr/>
          <p:nvPr/>
        </p:nvSpPr>
        <p:spPr>
          <a:xfrm>
            <a:off x="91601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97" name="object 697"/>
          <p:cNvSpPr/>
          <p:nvPr/>
        </p:nvSpPr>
        <p:spPr>
          <a:xfrm>
            <a:off x="91125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98" name="object 698"/>
          <p:cNvSpPr/>
          <p:nvPr/>
        </p:nvSpPr>
        <p:spPr>
          <a:xfrm>
            <a:off x="90649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699" name="object 699"/>
          <p:cNvSpPr/>
          <p:nvPr/>
        </p:nvSpPr>
        <p:spPr>
          <a:xfrm>
            <a:off x="901731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00" name="object 700"/>
          <p:cNvSpPr/>
          <p:nvPr/>
        </p:nvSpPr>
        <p:spPr>
          <a:xfrm>
            <a:off x="89696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01" name="object 701"/>
          <p:cNvSpPr/>
          <p:nvPr/>
        </p:nvSpPr>
        <p:spPr>
          <a:xfrm>
            <a:off x="8922067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02" name="object 702"/>
          <p:cNvSpPr/>
          <p:nvPr/>
        </p:nvSpPr>
        <p:spPr>
          <a:xfrm>
            <a:off x="88744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03" name="object 703"/>
          <p:cNvSpPr/>
          <p:nvPr/>
        </p:nvSpPr>
        <p:spPr>
          <a:xfrm>
            <a:off x="88268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04" name="object 704"/>
          <p:cNvSpPr/>
          <p:nvPr/>
        </p:nvSpPr>
        <p:spPr>
          <a:xfrm>
            <a:off x="87791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05" name="object 705"/>
          <p:cNvSpPr/>
          <p:nvPr/>
        </p:nvSpPr>
        <p:spPr>
          <a:xfrm>
            <a:off x="87315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06" name="object 706"/>
          <p:cNvSpPr/>
          <p:nvPr/>
        </p:nvSpPr>
        <p:spPr>
          <a:xfrm>
            <a:off x="868394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07" name="object 707"/>
          <p:cNvSpPr/>
          <p:nvPr/>
        </p:nvSpPr>
        <p:spPr>
          <a:xfrm>
            <a:off x="86363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08" name="object 708"/>
          <p:cNvSpPr/>
          <p:nvPr/>
        </p:nvSpPr>
        <p:spPr>
          <a:xfrm>
            <a:off x="8588691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09" name="object 709"/>
          <p:cNvSpPr/>
          <p:nvPr/>
        </p:nvSpPr>
        <p:spPr>
          <a:xfrm>
            <a:off x="854106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10" name="object 710"/>
          <p:cNvSpPr/>
          <p:nvPr/>
        </p:nvSpPr>
        <p:spPr>
          <a:xfrm>
            <a:off x="849344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11" name="object 711"/>
          <p:cNvSpPr/>
          <p:nvPr/>
        </p:nvSpPr>
        <p:spPr>
          <a:xfrm>
            <a:off x="8445816" y="332750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12" name="object 712"/>
          <p:cNvSpPr/>
          <p:nvPr/>
        </p:nvSpPr>
        <p:spPr>
          <a:xfrm>
            <a:off x="8398192" y="332750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13" name="object 713"/>
          <p:cNvSpPr/>
          <p:nvPr/>
        </p:nvSpPr>
        <p:spPr>
          <a:xfrm>
            <a:off x="83505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14" name="object 714"/>
          <p:cNvSpPr/>
          <p:nvPr/>
        </p:nvSpPr>
        <p:spPr>
          <a:xfrm>
            <a:off x="83029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15" name="object 715"/>
          <p:cNvSpPr/>
          <p:nvPr/>
        </p:nvSpPr>
        <p:spPr>
          <a:xfrm>
            <a:off x="82553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16" name="object 716"/>
          <p:cNvSpPr/>
          <p:nvPr/>
        </p:nvSpPr>
        <p:spPr>
          <a:xfrm>
            <a:off x="82076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17" name="object 717"/>
          <p:cNvSpPr/>
          <p:nvPr/>
        </p:nvSpPr>
        <p:spPr>
          <a:xfrm>
            <a:off x="81600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18" name="object 718"/>
          <p:cNvSpPr/>
          <p:nvPr/>
        </p:nvSpPr>
        <p:spPr>
          <a:xfrm>
            <a:off x="81124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19" name="object 719"/>
          <p:cNvSpPr/>
          <p:nvPr/>
        </p:nvSpPr>
        <p:spPr>
          <a:xfrm>
            <a:off x="806481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20" name="object 720"/>
          <p:cNvSpPr/>
          <p:nvPr/>
        </p:nvSpPr>
        <p:spPr>
          <a:xfrm>
            <a:off x="80171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21" name="object 721"/>
          <p:cNvSpPr/>
          <p:nvPr/>
        </p:nvSpPr>
        <p:spPr>
          <a:xfrm>
            <a:off x="79695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22" name="object 722"/>
          <p:cNvSpPr/>
          <p:nvPr/>
        </p:nvSpPr>
        <p:spPr>
          <a:xfrm>
            <a:off x="79219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23" name="object 723"/>
          <p:cNvSpPr/>
          <p:nvPr/>
        </p:nvSpPr>
        <p:spPr>
          <a:xfrm>
            <a:off x="787431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24" name="object 724"/>
          <p:cNvSpPr/>
          <p:nvPr/>
        </p:nvSpPr>
        <p:spPr>
          <a:xfrm>
            <a:off x="78266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25" name="object 725"/>
          <p:cNvSpPr/>
          <p:nvPr/>
        </p:nvSpPr>
        <p:spPr>
          <a:xfrm>
            <a:off x="77790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26" name="object 726"/>
          <p:cNvSpPr/>
          <p:nvPr/>
        </p:nvSpPr>
        <p:spPr>
          <a:xfrm>
            <a:off x="77314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27" name="object 727"/>
          <p:cNvSpPr/>
          <p:nvPr/>
        </p:nvSpPr>
        <p:spPr>
          <a:xfrm>
            <a:off x="76838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28" name="object 728"/>
          <p:cNvSpPr/>
          <p:nvPr/>
        </p:nvSpPr>
        <p:spPr>
          <a:xfrm>
            <a:off x="76361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29" name="object 729"/>
          <p:cNvSpPr/>
          <p:nvPr/>
        </p:nvSpPr>
        <p:spPr>
          <a:xfrm>
            <a:off x="75885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30" name="object 730"/>
          <p:cNvSpPr/>
          <p:nvPr/>
        </p:nvSpPr>
        <p:spPr>
          <a:xfrm>
            <a:off x="754094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31" name="object 731"/>
          <p:cNvSpPr/>
          <p:nvPr/>
        </p:nvSpPr>
        <p:spPr>
          <a:xfrm>
            <a:off x="74933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32" name="object 732"/>
          <p:cNvSpPr/>
          <p:nvPr/>
        </p:nvSpPr>
        <p:spPr>
          <a:xfrm>
            <a:off x="744569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33" name="object 733"/>
          <p:cNvSpPr/>
          <p:nvPr/>
        </p:nvSpPr>
        <p:spPr>
          <a:xfrm>
            <a:off x="73980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34" name="object 734"/>
          <p:cNvSpPr/>
          <p:nvPr/>
        </p:nvSpPr>
        <p:spPr>
          <a:xfrm>
            <a:off x="73504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35" name="object 735"/>
          <p:cNvSpPr/>
          <p:nvPr/>
        </p:nvSpPr>
        <p:spPr>
          <a:xfrm>
            <a:off x="73028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36" name="object 736"/>
          <p:cNvSpPr/>
          <p:nvPr/>
        </p:nvSpPr>
        <p:spPr>
          <a:xfrm>
            <a:off x="72551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37" name="object 737"/>
          <p:cNvSpPr/>
          <p:nvPr/>
        </p:nvSpPr>
        <p:spPr>
          <a:xfrm>
            <a:off x="72075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38" name="object 738"/>
          <p:cNvSpPr/>
          <p:nvPr/>
        </p:nvSpPr>
        <p:spPr>
          <a:xfrm>
            <a:off x="71599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39" name="object 739"/>
          <p:cNvSpPr/>
          <p:nvPr/>
        </p:nvSpPr>
        <p:spPr>
          <a:xfrm>
            <a:off x="71123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40" name="object 740"/>
          <p:cNvSpPr/>
          <p:nvPr/>
        </p:nvSpPr>
        <p:spPr>
          <a:xfrm>
            <a:off x="706469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41" name="object 741"/>
          <p:cNvSpPr/>
          <p:nvPr/>
        </p:nvSpPr>
        <p:spPr>
          <a:xfrm>
            <a:off x="70170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42" name="object 742"/>
          <p:cNvSpPr/>
          <p:nvPr/>
        </p:nvSpPr>
        <p:spPr>
          <a:xfrm>
            <a:off x="69694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43" name="object 743"/>
          <p:cNvSpPr/>
          <p:nvPr/>
        </p:nvSpPr>
        <p:spPr>
          <a:xfrm>
            <a:off x="692181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44" name="object 744"/>
          <p:cNvSpPr/>
          <p:nvPr/>
        </p:nvSpPr>
        <p:spPr>
          <a:xfrm>
            <a:off x="68741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45" name="object 745"/>
          <p:cNvSpPr/>
          <p:nvPr/>
        </p:nvSpPr>
        <p:spPr>
          <a:xfrm>
            <a:off x="68265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46" name="object 746"/>
          <p:cNvSpPr/>
          <p:nvPr/>
        </p:nvSpPr>
        <p:spPr>
          <a:xfrm>
            <a:off x="67789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47" name="object 747"/>
          <p:cNvSpPr/>
          <p:nvPr/>
        </p:nvSpPr>
        <p:spPr>
          <a:xfrm>
            <a:off x="67313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48" name="object 748"/>
          <p:cNvSpPr/>
          <p:nvPr/>
        </p:nvSpPr>
        <p:spPr>
          <a:xfrm>
            <a:off x="66836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49" name="object 749"/>
          <p:cNvSpPr/>
          <p:nvPr/>
        </p:nvSpPr>
        <p:spPr>
          <a:xfrm>
            <a:off x="66360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50" name="object 750"/>
          <p:cNvSpPr/>
          <p:nvPr/>
        </p:nvSpPr>
        <p:spPr>
          <a:xfrm>
            <a:off x="658844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51" name="object 751"/>
          <p:cNvSpPr/>
          <p:nvPr/>
        </p:nvSpPr>
        <p:spPr>
          <a:xfrm>
            <a:off x="654081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52" name="object 752"/>
          <p:cNvSpPr/>
          <p:nvPr/>
        </p:nvSpPr>
        <p:spPr>
          <a:xfrm>
            <a:off x="64931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53" name="object 753"/>
          <p:cNvSpPr/>
          <p:nvPr/>
        </p:nvSpPr>
        <p:spPr>
          <a:xfrm>
            <a:off x="64455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54" name="object 754"/>
          <p:cNvSpPr/>
          <p:nvPr/>
        </p:nvSpPr>
        <p:spPr>
          <a:xfrm>
            <a:off x="63979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55" name="object 755"/>
          <p:cNvSpPr/>
          <p:nvPr/>
        </p:nvSpPr>
        <p:spPr>
          <a:xfrm>
            <a:off x="63503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56" name="object 756"/>
          <p:cNvSpPr/>
          <p:nvPr/>
        </p:nvSpPr>
        <p:spPr>
          <a:xfrm>
            <a:off x="63026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57" name="object 757"/>
          <p:cNvSpPr/>
          <p:nvPr/>
        </p:nvSpPr>
        <p:spPr>
          <a:xfrm>
            <a:off x="62550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58" name="object 758"/>
          <p:cNvSpPr/>
          <p:nvPr/>
        </p:nvSpPr>
        <p:spPr>
          <a:xfrm>
            <a:off x="62074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59" name="object 759"/>
          <p:cNvSpPr/>
          <p:nvPr/>
        </p:nvSpPr>
        <p:spPr>
          <a:xfrm>
            <a:off x="61598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60" name="object 760"/>
          <p:cNvSpPr/>
          <p:nvPr/>
        </p:nvSpPr>
        <p:spPr>
          <a:xfrm>
            <a:off x="611219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61" name="object 761"/>
          <p:cNvSpPr/>
          <p:nvPr/>
        </p:nvSpPr>
        <p:spPr>
          <a:xfrm>
            <a:off x="60645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62" name="object 762"/>
          <p:cNvSpPr/>
          <p:nvPr/>
        </p:nvSpPr>
        <p:spPr>
          <a:xfrm>
            <a:off x="601694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63" name="object 763"/>
          <p:cNvSpPr/>
          <p:nvPr/>
        </p:nvSpPr>
        <p:spPr>
          <a:xfrm>
            <a:off x="59693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64" name="object 764"/>
          <p:cNvSpPr/>
          <p:nvPr/>
        </p:nvSpPr>
        <p:spPr>
          <a:xfrm>
            <a:off x="59216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65" name="object 765"/>
          <p:cNvSpPr/>
          <p:nvPr/>
        </p:nvSpPr>
        <p:spPr>
          <a:xfrm>
            <a:off x="58740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66" name="object 766"/>
          <p:cNvSpPr/>
          <p:nvPr/>
        </p:nvSpPr>
        <p:spPr>
          <a:xfrm>
            <a:off x="58264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67" name="object 767"/>
          <p:cNvSpPr/>
          <p:nvPr/>
        </p:nvSpPr>
        <p:spPr>
          <a:xfrm>
            <a:off x="57788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68" name="object 768"/>
          <p:cNvSpPr/>
          <p:nvPr/>
        </p:nvSpPr>
        <p:spPr>
          <a:xfrm>
            <a:off x="57311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69" name="object 769"/>
          <p:cNvSpPr/>
          <p:nvPr/>
        </p:nvSpPr>
        <p:spPr>
          <a:xfrm>
            <a:off x="56835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70" name="object 770"/>
          <p:cNvSpPr/>
          <p:nvPr/>
        </p:nvSpPr>
        <p:spPr>
          <a:xfrm>
            <a:off x="56359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71" name="object 771"/>
          <p:cNvSpPr/>
          <p:nvPr/>
        </p:nvSpPr>
        <p:spPr>
          <a:xfrm>
            <a:off x="55883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72" name="object 772"/>
          <p:cNvSpPr/>
          <p:nvPr/>
        </p:nvSpPr>
        <p:spPr>
          <a:xfrm>
            <a:off x="554069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73" name="object 773"/>
          <p:cNvSpPr/>
          <p:nvPr/>
        </p:nvSpPr>
        <p:spPr>
          <a:xfrm>
            <a:off x="54930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74" name="object 774"/>
          <p:cNvSpPr/>
          <p:nvPr/>
        </p:nvSpPr>
        <p:spPr>
          <a:xfrm>
            <a:off x="54454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75" name="object 775"/>
          <p:cNvSpPr/>
          <p:nvPr/>
        </p:nvSpPr>
        <p:spPr>
          <a:xfrm>
            <a:off x="53978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76" name="object 776"/>
          <p:cNvSpPr/>
          <p:nvPr/>
        </p:nvSpPr>
        <p:spPr>
          <a:xfrm>
            <a:off x="53501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77" name="object 777"/>
          <p:cNvSpPr/>
          <p:nvPr/>
        </p:nvSpPr>
        <p:spPr>
          <a:xfrm>
            <a:off x="53025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78" name="object 778"/>
          <p:cNvSpPr/>
          <p:nvPr/>
        </p:nvSpPr>
        <p:spPr>
          <a:xfrm>
            <a:off x="52549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79" name="object 779"/>
          <p:cNvSpPr/>
          <p:nvPr/>
        </p:nvSpPr>
        <p:spPr>
          <a:xfrm>
            <a:off x="52073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80" name="object 780"/>
          <p:cNvSpPr/>
          <p:nvPr/>
        </p:nvSpPr>
        <p:spPr>
          <a:xfrm>
            <a:off x="51596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81" name="object 781"/>
          <p:cNvSpPr/>
          <p:nvPr/>
        </p:nvSpPr>
        <p:spPr>
          <a:xfrm>
            <a:off x="51120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82" name="object 782"/>
          <p:cNvSpPr/>
          <p:nvPr/>
        </p:nvSpPr>
        <p:spPr>
          <a:xfrm>
            <a:off x="50644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83" name="object 783"/>
          <p:cNvSpPr/>
          <p:nvPr/>
        </p:nvSpPr>
        <p:spPr>
          <a:xfrm>
            <a:off x="501681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84" name="object 784"/>
          <p:cNvSpPr/>
          <p:nvPr/>
        </p:nvSpPr>
        <p:spPr>
          <a:xfrm>
            <a:off x="49691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85" name="object 785"/>
          <p:cNvSpPr/>
          <p:nvPr/>
        </p:nvSpPr>
        <p:spPr>
          <a:xfrm>
            <a:off x="49215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86" name="object 786"/>
          <p:cNvSpPr/>
          <p:nvPr/>
        </p:nvSpPr>
        <p:spPr>
          <a:xfrm>
            <a:off x="48739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87" name="object 787"/>
          <p:cNvSpPr/>
          <p:nvPr/>
        </p:nvSpPr>
        <p:spPr>
          <a:xfrm>
            <a:off x="48263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88" name="object 788"/>
          <p:cNvSpPr/>
          <p:nvPr/>
        </p:nvSpPr>
        <p:spPr>
          <a:xfrm>
            <a:off x="47786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89" name="object 789"/>
          <p:cNvSpPr/>
          <p:nvPr/>
        </p:nvSpPr>
        <p:spPr>
          <a:xfrm>
            <a:off x="47310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90" name="object 790"/>
          <p:cNvSpPr/>
          <p:nvPr/>
        </p:nvSpPr>
        <p:spPr>
          <a:xfrm>
            <a:off x="46834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91" name="object 791"/>
          <p:cNvSpPr/>
          <p:nvPr/>
        </p:nvSpPr>
        <p:spPr>
          <a:xfrm>
            <a:off x="46358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92" name="object 792"/>
          <p:cNvSpPr/>
          <p:nvPr/>
        </p:nvSpPr>
        <p:spPr>
          <a:xfrm>
            <a:off x="45881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93" name="object 793"/>
          <p:cNvSpPr/>
          <p:nvPr/>
        </p:nvSpPr>
        <p:spPr>
          <a:xfrm>
            <a:off x="45405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94" name="object 794"/>
          <p:cNvSpPr/>
          <p:nvPr/>
        </p:nvSpPr>
        <p:spPr>
          <a:xfrm>
            <a:off x="449294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95" name="object 795"/>
          <p:cNvSpPr/>
          <p:nvPr/>
        </p:nvSpPr>
        <p:spPr>
          <a:xfrm>
            <a:off x="44453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96" name="object 796"/>
          <p:cNvSpPr/>
          <p:nvPr/>
        </p:nvSpPr>
        <p:spPr>
          <a:xfrm>
            <a:off x="43976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97" name="object 797"/>
          <p:cNvSpPr/>
          <p:nvPr/>
        </p:nvSpPr>
        <p:spPr>
          <a:xfrm>
            <a:off x="43500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98" name="object 798"/>
          <p:cNvSpPr/>
          <p:nvPr/>
        </p:nvSpPr>
        <p:spPr>
          <a:xfrm>
            <a:off x="43024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799" name="object 799"/>
          <p:cNvSpPr/>
          <p:nvPr/>
        </p:nvSpPr>
        <p:spPr>
          <a:xfrm>
            <a:off x="42548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00" name="object 800"/>
          <p:cNvSpPr/>
          <p:nvPr/>
        </p:nvSpPr>
        <p:spPr>
          <a:xfrm>
            <a:off x="42071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01" name="object 801"/>
          <p:cNvSpPr/>
          <p:nvPr/>
        </p:nvSpPr>
        <p:spPr>
          <a:xfrm>
            <a:off x="41595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02" name="object 802"/>
          <p:cNvSpPr/>
          <p:nvPr/>
        </p:nvSpPr>
        <p:spPr>
          <a:xfrm>
            <a:off x="41119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03" name="object 803"/>
          <p:cNvSpPr/>
          <p:nvPr/>
        </p:nvSpPr>
        <p:spPr>
          <a:xfrm>
            <a:off x="406431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04" name="object 804"/>
          <p:cNvSpPr/>
          <p:nvPr/>
        </p:nvSpPr>
        <p:spPr>
          <a:xfrm>
            <a:off x="401669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05" name="object 805"/>
          <p:cNvSpPr/>
          <p:nvPr/>
        </p:nvSpPr>
        <p:spPr>
          <a:xfrm>
            <a:off x="39690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06" name="object 806"/>
          <p:cNvSpPr/>
          <p:nvPr/>
        </p:nvSpPr>
        <p:spPr>
          <a:xfrm>
            <a:off x="39214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07" name="object 807"/>
          <p:cNvSpPr/>
          <p:nvPr/>
        </p:nvSpPr>
        <p:spPr>
          <a:xfrm>
            <a:off x="38738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08" name="object 808"/>
          <p:cNvSpPr/>
          <p:nvPr/>
        </p:nvSpPr>
        <p:spPr>
          <a:xfrm>
            <a:off x="382619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09" name="object 809"/>
          <p:cNvSpPr/>
          <p:nvPr/>
        </p:nvSpPr>
        <p:spPr>
          <a:xfrm>
            <a:off x="37785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10" name="object 810"/>
          <p:cNvSpPr/>
          <p:nvPr/>
        </p:nvSpPr>
        <p:spPr>
          <a:xfrm>
            <a:off x="37309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11" name="object 811"/>
          <p:cNvSpPr/>
          <p:nvPr/>
        </p:nvSpPr>
        <p:spPr>
          <a:xfrm>
            <a:off x="36833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12" name="object 812"/>
          <p:cNvSpPr/>
          <p:nvPr/>
        </p:nvSpPr>
        <p:spPr>
          <a:xfrm>
            <a:off x="36356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13" name="object 813"/>
          <p:cNvSpPr/>
          <p:nvPr/>
        </p:nvSpPr>
        <p:spPr>
          <a:xfrm>
            <a:off x="35880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14" name="object 814"/>
          <p:cNvSpPr/>
          <p:nvPr/>
        </p:nvSpPr>
        <p:spPr>
          <a:xfrm>
            <a:off x="354044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15" name="object 815"/>
          <p:cNvSpPr/>
          <p:nvPr/>
        </p:nvSpPr>
        <p:spPr>
          <a:xfrm>
            <a:off x="34928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16" name="object 816"/>
          <p:cNvSpPr/>
          <p:nvPr/>
        </p:nvSpPr>
        <p:spPr>
          <a:xfrm>
            <a:off x="34451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17" name="object 817"/>
          <p:cNvSpPr/>
          <p:nvPr/>
        </p:nvSpPr>
        <p:spPr>
          <a:xfrm>
            <a:off x="33975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18" name="object 818"/>
          <p:cNvSpPr/>
          <p:nvPr/>
        </p:nvSpPr>
        <p:spPr>
          <a:xfrm>
            <a:off x="33499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19" name="object 819"/>
          <p:cNvSpPr/>
          <p:nvPr/>
        </p:nvSpPr>
        <p:spPr>
          <a:xfrm>
            <a:off x="330231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20" name="object 820"/>
          <p:cNvSpPr/>
          <p:nvPr/>
        </p:nvSpPr>
        <p:spPr>
          <a:xfrm>
            <a:off x="32546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21" name="object 821"/>
          <p:cNvSpPr/>
          <p:nvPr/>
        </p:nvSpPr>
        <p:spPr>
          <a:xfrm>
            <a:off x="32070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22" name="object 822"/>
          <p:cNvSpPr/>
          <p:nvPr/>
        </p:nvSpPr>
        <p:spPr>
          <a:xfrm>
            <a:off x="31594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23" name="object 823"/>
          <p:cNvSpPr/>
          <p:nvPr/>
        </p:nvSpPr>
        <p:spPr>
          <a:xfrm>
            <a:off x="31118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24" name="object 824"/>
          <p:cNvSpPr/>
          <p:nvPr/>
        </p:nvSpPr>
        <p:spPr>
          <a:xfrm>
            <a:off x="306419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25" name="object 825"/>
          <p:cNvSpPr/>
          <p:nvPr/>
        </p:nvSpPr>
        <p:spPr>
          <a:xfrm>
            <a:off x="30165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26" name="object 826"/>
          <p:cNvSpPr/>
          <p:nvPr/>
        </p:nvSpPr>
        <p:spPr>
          <a:xfrm>
            <a:off x="29689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27" name="object 827"/>
          <p:cNvSpPr/>
          <p:nvPr/>
        </p:nvSpPr>
        <p:spPr>
          <a:xfrm>
            <a:off x="29213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28" name="object 828"/>
          <p:cNvSpPr/>
          <p:nvPr/>
        </p:nvSpPr>
        <p:spPr>
          <a:xfrm>
            <a:off x="28736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29" name="object 829"/>
          <p:cNvSpPr/>
          <p:nvPr/>
        </p:nvSpPr>
        <p:spPr>
          <a:xfrm>
            <a:off x="28260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30" name="object 830"/>
          <p:cNvSpPr/>
          <p:nvPr/>
        </p:nvSpPr>
        <p:spPr>
          <a:xfrm>
            <a:off x="277844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31" name="object 831"/>
          <p:cNvSpPr/>
          <p:nvPr/>
        </p:nvSpPr>
        <p:spPr>
          <a:xfrm>
            <a:off x="27308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32" name="object 832"/>
          <p:cNvSpPr/>
          <p:nvPr/>
        </p:nvSpPr>
        <p:spPr>
          <a:xfrm>
            <a:off x="26831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33" name="object 833"/>
          <p:cNvSpPr/>
          <p:nvPr/>
        </p:nvSpPr>
        <p:spPr>
          <a:xfrm>
            <a:off x="26355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34" name="object 834"/>
          <p:cNvSpPr/>
          <p:nvPr/>
        </p:nvSpPr>
        <p:spPr>
          <a:xfrm>
            <a:off x="25879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35" name="object 835"/>
          <p:cNvSpPr/>
          <p:nvPr/>
        </p:nvSpPr>
        <p:spPr>
          <a:xfrm>
            <a:off x="254031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36" name="object 836"/>
          <p:cNvSpPr/>
          <p:nvPr/>
        </p:nvSpPr>
        <p:spPr>
          <a:xfrm>
            <a:off x="24926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37" name="object 837"/>
          <p:cNvSpPr/>
          <p:nvPr/>
        </p:nvSpPr>
        <p:spPr>
          <a:xfrm>
            <a:off x="24450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38" name="object 838"/>
          <p:cNvSpPr/>
          <p:nvPr/>
        </p:nvSpPr>
        <p:spPr>
          <a:xfrm>
            <a:off x="23974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39" name="object 839"/>
          <p:cNvSpPr/>
          <p:nvPr/>
        </p:nvSpPr>
        <p:spPr>
          <a:xfrm>
            <a:off x="23498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40" name="object 840"/>
          <p:cNvSpPr/>
          <p:nvPr/>
        </p:nvSpPr>
        <p:spPr>
          <a:xfrm>
            <a:off x="23021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41" name="object 841"/>
          <p:cNvSpPr/>
          <p:nvPr/>
        </p:nvSpPr>
        <p:spPr>
          <a:xfrm>
            <a:off x="22545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42" name="object 842"/>
          <p:cNvSpPr/>
          <p:nvPr/>
        </p:nvSpPr>
        <p:spPr>
          <a:xfrm>
            <a:off x="220694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43" name="object 843"/>
          <p:cNvSpPr/>
          <p:nvPr/>
        </p:nvSpPr>
        <p:spPr>
          <a:xfrm>
            <a:off x="21593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44" name="object 844"/>
          <p:cNvSpPr/>
          <p:nvPr/>
        </p:nvSpPr>
        <p:spPr>
          <a:xfrm>
            <a:off x="21116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45" name="object 845"/>
          <p:cNvSpPr/>
          <p:nvPr/>
        </p:nvSpPr>
        <p:spPr>
          <a:xfrm>
            <a:off x="20640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46" name="object 846"/>
          <p:cNvSpPr/>
          <p:nvPr/>
        </p:nvSpPr>
        <p:spPr>
          <a:xfrm>
            <a:off x="20164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47" name="object 847"/>
          <p:cNvSpPr/>
          <p:nvPr/>
        </p:nvSpPr>
        <p:spPr>
          <a:xfrm>
            <a:off x="19688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48" name="object 848"/>
          <p:cNvSpPr/>
          <p:nvPr/>
        </p:nvSpPr>
        <p:spPr>
          <a:xfrm>
            <a:off x="19211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49" name="object 849"/>
          <p:cNvSpPr/>
          <p:nvPr/>
        </p:nvSpPr>
        <p:spPr>
          <a:xfrm>
            <a:off x="18735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50" name="object 850"/>
          <p:cNvSpPr/>
          <p:nvPr/>
        </p:nvSpPr>
        <p:spPr>
          <a:xfrm>
            <a:off x="182594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51" name="object 851"/>
          <p:cNvSpPr/>
          <p:nvPr/>
        </p:nvSpPr>
        <p:spPr>
          <a:xfrm>
            <a:off x="17783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52" name="object 852"/>
          <p:cNvSpPr/>
          <p:nvPr/>
        </p:nvSpPr>
        <p:spPr>
          <a:xfrm>
            <a:off x="17306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53" name="object 853"/>
          <p:cNvSpPr/>
          <p:nvPr/>
        </p:nvSpPr>
        <p:spPr>
          <a:xfrm>
            <a:off x="16830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54" name="object 854"/>
          <p:cNvSpPr/>
          <p:nvPr/>
        </p:nvSpPr>
        <p:spPr>
          <a:xfrm>
            <a:off x="163544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55" name="object 855"/>
          <p:cNvSpPr/>
          <p:nvPr/>
        </p:nvSpPr>
        <p:spPr>
          <a:xfrm>
            <a:off x="15878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56" name="object 856"/>
          <p:cNvSpPr/>
          <p:nvPr/>
        </p:nvSpPr>
        <p:spPr>
          <a:xfrm>
            <a:off x="15401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57" name="object 857"/>
          <p:cNvSpPr/>
          <p:nvPr/>
        </p:nvSpPr>
        <p:spPr>
          <a:xfrm>
            <a:off x="14925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58" name="object 858"/>
          <p:cNvSpPr/>
          <p:nvPr/>
        </p:nvSpPr>
        <p:spPr>
          <a:xfrm>
            <a:off x="144494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59" name="object 859"/>
          <p:cNvSpPr/>
          <p:nvPr/>
        </p:nvSpPr>
        <p:spPr>
          <a:xfrm>
            <a:off x="13973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60" name="object 860"/>
          <p:cNvSpPr/>
          <p:nvPr/>
        </p:nvSpPr>
        <p:spPr>
          <a:xfrm>
            <a:off x="13496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61" name="object 861"/>
          <p:cNvSpPr/>
          <p:nvPr/>
        </p:nvSpPr>
        <p:spPr>
          <a:xfrm>
            <a:off x="13020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62" name="object 862"/>
          <p:cNvSpPr/>
          <p:nvPr/>
        </p:nvSpPr>
        <p:spPr>
          <a:xfrm>
            <a:off x="12544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63" name="object 863"/>
          <p:cNvSpPr/>
          <p:nvPr/>
        </p:nvSpPr>
        <p:spPr>
          <a:xfrm>
            <a:off x="12068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64" name="object 864"/>
          <p:cNvSpPr/>
          <p:nvPr/>
        </p:nvSpPr>
        <p:spPr>
          <a:xfrm>
            <a:off x="11591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65" name="object 865"/>
          <p:cNvSpPr/>
          <p:nvPr/>
        </p:nvSpPr>
        <p:spPr>
          <a:xfrm>
            <a:off x="111156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66" name="object 866"/>
          <p:cNvSpPr/>
          <p:nvPr/>
        </p:nvSpPr>
        <p:spPr>
          <a:xfrm>
            <a:off x="106394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67" name="object 867"/>
          <p:cNvSpPr/>
          <p:nvPr/>
        </p:nvSpPr>
        <p:spPr>
          <a:xfrm>
            <a:off x="1016317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68" name="object 868"/>
          <p:cNvSpPr/>
          <p:nvPr/>
        </p:nvSpPr>
        <p:spPr>
          <a:xfrm>
            <a:off x="968692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69" name="object 869"/>
          <p:cNvSpPr/>
          <p:nvPr/>
        </p:nvSpPr>
        <p:spPr>
          <a:xfrm>
            <a:off x="9210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70" name="object 870"/>
          <p:cNvSpPr/>
          <p:nvPr/>
        </p:nvSpPr>
        <p:spPr>
          <a:xfrm>
            <a:off x="1049369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71" name="object 871"/>
          <p:cNvSpPr/>
          <p:nvPr/>
        </p:nvSpPr>
        <p:spPr>
          <a:xfrm>
            <a:off x="104460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72" name="object 872"/>
          <p:cNvSpPr/>
          <p:nvPr/>
        </p:nvSpPr>
        <p:spPr>
          <a:xfrm>
            <a:off x="103984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73" name="object 873"/>
          <p:cNvSpPr/>
          <p:nvPr/>
        </p:nvSpPr>
        <p:spPr>
          <a:xfrm>
            <a:off x="103508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74" name="object 874"/>
          <p:cNvSpPr/>
          <p:nvPr/>
        </p:nvSpPr>
        <p:spPr>
          <a:xfrm>
            <a:off x="103031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75" name="object 875"/>
          <p:cNvSpPr/>
          <p:nvPr/>
        </p:nvSpPr>
        <p:spPr>
          <a:xfrm>
            <a:off x="102555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76" name="object 876"/>
          <p:cNvSpPr/>
          <p:nvPr/>
        </p:nvSpPr>
        <p:spPr>
          <a:xfrm>
            <a:off x="102079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77" name="object 877"/>
          <p:cNvSpPr/>
          <p:nvPr/>
        </p:nvSpPr>
        <p:spPr>
          <a:xfrm>
            <a:off x="101603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78" name="object 878"/>
          <p:cNvSpPr/>
          <p:nvPr/>
        </p:nvSpPr>
        <p:spPr>
          <a:xfrm>
            <a:off x="101126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79" name="object 879"/>
          <p:cNvSpPr/>
          <p:nvPr/>
        </p:nvSpPr>
        <p:spPr>
          <a:xfrm>
            <a:off x="100650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80" name="object 880"/>
          <p:cNvSpPr/>
          <p:nvPr/>
        </p:nvSpPr>
        <p:spPr>
          <a:xfrm>
            <a:off x="100174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81" name="object 881"/>
          <p:cNvSpPr/>
          <p:nvPr/>
        </p:nvSpPr>
        <p:spPr>
          <a:xfrm>
            <a:off x="996981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82" name="object 882"/>
          <p:cNvSpPr/>
          <p:nvPr/>
        </p:nvSpPr>
        <p:spPr>
          <a:xfrm>
            <a:off x="99221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83" name="object 883"/>
          <p:cNvSpPr/>
          <p:nvPr/>
        </p:nvSpPr>
        <p:spPr>
          <a:xfrm>
            <a:off x="98745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84" name="object 884"/>
          <p:cNvSpPr/>
          <p:nvPr/>
        </p:nvSpPr>
        <p:spPr>
          <a:xfrm>
            <a:off x="98269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85" name="object 885"/>
          <p:cNvSpPr/>
          <p:nvPr/>
        </p:nvSpPr>
        <p:spPr>
          <a:xfrm>
            <a:off x="97793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86" name="object 886"/>
          <p:cNvSpPr/>
          <p:nvPr/>
        </p:nvSpPr>
        <p:spPr>
          <a:xfrm>
            <a:off x="97316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87" name="object 887"/>
          <p:cNvSpPr/>
          <p:nvPr/>
        </p:nvSpPr>
        <p:spPr>
          <a:xfrm>
            <a:off x="96840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88" name="object 888"/>
          <p:cNvSpPr/>
          <p:nvPr/>
        </p:nvSpPr>
        <p:spPr>
          <a:xfrm>
            <a:off x="96364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89" name="object 889"/>
          <p:cNvSpPr/>
          <p:nvPr/>
        </p:nvSpPr>
        <p:spPr>
          <a:xfrm>
            <a:off x="95888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90" name="object 890"/>
          <p:cNvSpPr/>
          <p:nvPr/>
        </p:nvSpPr>
        <p:spPr>
          <a:xfrm>
            <a:off x="954119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91" name="object 891"/>
          <p:cNvSpPr/>
          <p:nvPr/>
        </p:nvSpPr>
        <p:spPr>
          <a:xfrm>
            <a:off x="94935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92" name="object 892"/>
          <p:cNvSpPr/>
          <p:nvPr/>
        </p:nvSpPr>
        <p:spPr>
          <a:xfrm>
            <a:off x="944594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93" name="object 893"/>
          <p:cNvSpPr/>
          <p:nvPr/>
        </p:nvSpPr>
        <p:spPr>
          <a:xfrm>
            <a:off x="93983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94" name="object 894"/>
          <p:cNvSpPr/>
          <p:nvPr/>
        </p:nvSpPr>
        <p:spPr>
          <a:xfrm>
            <a:off x="93506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95" name="object 895"/>
          <p:cNvSpPr/>
          <p:nvPr/>
        </p:nvSpPr>
        <p:spPr>
          <a:xfrm>
            <a:off x="93030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96" name="object 896"/>
          <p:cNvSpPr/>
          <p:nvPr/>
        </p:nvSpPr>
        <p:spPr>
          <a:xfrm>
            <a:off x="92554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97" name="object 897"/>
          <p:cNvSpPr/>
          <p:nvPr/>
        </p:nvSpPr>
        <p:spPr>
          <a:xfrm>
            <a:off x="92078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98" name="object 898"/>
          <p:cNvSpPr/>
          <p:nvPr/>
        </p:nvSpPr>
        <p:spPr>
          <a:xfrm>
            <a:off x="91601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899" name="object 899"/>
          <p:cNvSpPr/>
          <p:nvPr/>
        </p:nvSpPr>
        <p:spPr>
          <a:xfrm>
            <a:off x="91125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00" name="object 900"/>
          <p:cNvSpPr/>
          <p:nvPr/>
        </p:nvSpPr>
        <p:spPr>
          <a:xfrm>
            <a:off x="90649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01" name="object 901"/>
          <p:cNvSpPr/>
          <p:nvPr/>
        </p:nvSpPr>
        <p:spPr>
          <a:xfrm>
            <a:off x="901731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02" name="object 902"/>
          <p:cNvSpPr/>
          <p:nvPr/>
        </p:nvSpPr>
        <p:spPr>
          <a:xfrm>
            <a:off x="89696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03" name="object 903"/>
          <p:cNvSpPr/>
          <p:nvPr/>
        </p:nvSpPr>
        <p:spPr>
          <a:xfrm>
            <a:off x="8922067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04" name="object 904"/>
          <p:cNvSpPr/>
          <p:nvPr/>
        </p:nvSpPr>
        <p:spPr>
          <a:xfrm>
            <a:off x="88744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05" name="object 905"/>
          <p:cNvSpPr/>
          <p:nvPr/>
        </p:nvSpPr>
        <p:spPr>
          <a:xfrm>
            <a:off x="88268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06" name="object 906"/>
          <p:cNvSpPr/>
          <p:nvPr/>
        </p:nvSpPr>
        <p:spPr>
          <a:xfrm>
            <a:off x="87791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07" name="object 907"/>
          <p:cNvSpPr/>
          <p:nvPr/>
        </p:nvSpPr>
        <p:spPr>
          <a:xfrm>
            <a:off x="87315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08" name="object 908"/>
          <p:cNvSpPr/>
          <p:nvPr/>
        </p:nvSpPr>
        <p:spPr>
          <a:xfrm>
            <a:off x="868394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09" name="object 909"/>
          <p:cNvSpPr/>
          <p:nvPr/>
        </p:nvSpPr>
        <p:spPr>
          <a:xfrm>
            <a:off x="86363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10" name="object 910"/>
          <p:cNvSpPr/>
          <p:nvPr/>
        </p:nvSpPr>
        <p:spPr>
          <a:xfrm>
            <a:off x="8588691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11" name="object 911"/>
          <p:cNvSpPr/>
          <p:nvPr/>
        </p:nvSpPr>
        <p:spPr>
          <a:xfrm>
            <a:off x="854106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12" name="object 912"/>
          <p:cNvSpPr/>
          <p:nvPr/>
        </p:nvSpPr>
        <p:spPr>
          <a:xfrm>
            <a:off x="849344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13" name="object 913"/>
          <p:cNvSpPr/>
          <p:nvPr/>
        </p:nvSpPr>
        <p:spPr>
          <a:xfrm>
            <a:off x="8445816" y="291259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14" name="object 914"/>
          <p:cNvSpPr/>
          <p:nvPr/>
        </p:nvSpPr>
        <p:spPr>
          <a:xfrm>
            <a:off x="8398192" y="291259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15" name="object 915"/>
          <p:cNvSpPr/>
          <p:nvPr/>
        </p:nvSpPr>
        <p:spPr>
          <a:xfrm>
            <a:off x="83505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16" name="object 916"/>
          <p:cNvSpPr/>
          <p:nvPr/>
        </p:nvSpPr>
        <p:spPr>
          <a:xfrm>
            <a:off x="83029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17" name="object 917"/>
          <p:cNvSpPr/>
          <p:nvPr/>
        </p:nvSpPr>
        <p:spPr>
          <a:xfrm>
            <a:off x="82553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18" name="object 918"/>
          <p:cNvSpPr/>
          <p:nvPr/>
        </p:nvSpPr>
        <p:spPr>
          <a:xfrm>
            <a:off x="82076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19" name="object 919"/>
          <p:cNvSpPr/>
          <p:nvPr/>
        </p:nvSpPr>
        <p:spPr>
          <a:xfrm>
            <a:off x="81600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20" name="object 920"/>
          <p:cNvSpPr/>
          <p:nvPr/>
        </p:nvSpPr>
        <p:spPr>
          <a:xfrm>
            <a:off x="81124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21" name="object 921"/>
          <p:cNvSpPr/>
          <p:nvPr/>
        </p:nvSpPr>
        <p:spPr>
          <a:xfrm>
            <a:off x="806481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22" name="object 922"/>
          <p:cNvSpPr/>
          <p:nvPr/>
        </p:nvSpPr>
        <p:spPr>
          <a:xfrm>
            <a:off x="80171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23" name="object 923"/>
          <p:cNvSpPr/>
          <p:nvPr/>
        </p:nvSpPr>
        <p:spPr>
          <a:xfrm>
            <a:off x="79695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24" name="object 924"/>
          <p:cNvSpPr/>
          <p:nvPr/>
        </p:nvSpPr>
        <p:spPr>
          <a:xfrm>
            <a:off x="79219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25" name="object 925"/>
          <p:cNvSpPr/>
          <p:nvPr/>
        </p:nvSpPr>
        <p:spPr>
          <a:xfrm>
            <a:off x="787431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26" name="object 926"/>
          <p:cNvSpPr/>
          <p:nvPr/>
        </p:nvSpPr>
        <p:spPr>
          <a:xfrm>
            <a:off x="78266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27" name="object 927"/>
          <p:cNvSpPr/>
          <p:nvPr/>
        </p:nvSpPr>
        <p:spPr>
          <a:xfrm>
            <a:off x="77790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28" name="object 928"/>
          <p:cNvSpPr/>
          <p:nvPr/>
        </p:nvSpPr>
        <p:spPr>
          <a:xfrm>
            <a:off x="77314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29" name="object 929"/>
          <p:cNvSpPr/>
          <p:nvPr/>
        </p:nvSpPr>
        <p:spPr>
          <a:xfrm>
            <a:off x="76838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30" name="object 930"/>
          <p:cNvSpPr/>
          <p:nvPr/>
        </p:nvSpPr>
        <p:spPr>
          <a:xfrm>
            <a:off x="76361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31" name="object 931"/>
          <p:cNvSpPr/>
          <p:nvPr/>
        </p:nvSpPr>
        <p:spPr>
          <a:xfrm>
            <a:off x="75885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32" name="object 932"/>
          <p:cNvSpPr/>
          <p:nvPr/>
        </p:nvSpPr>
        <p:spPr>
          <a:xfrm>
            <a:off x="754094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33" name="object 933"/>
          <p:cNvSpPr/>
          <p:nvPr/>
        </p:nvSpPr>
        <p:spPr>
          <a:xfrm>
            <a:off x="74933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34" name="object 934"/>
          <p:cNvSpPr/>
          <p:nvPr/>
        </p:nvSpPr>
        <p:spPr>
          <a:xfrm>
            <a:off x="744569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35" name="object 935"/>
          <p:cNvSpPr/>
          <p:nvPr/>
        </p:nvSpPr>
        <p:spPr>
          <a:xfrm>
            <a:off x="73980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36" name="object 936"/>
          <p:cNvSpPr/>
          <p:nvPr/>
        </p:nvSpPr>
        <p:spPr>
          <a:xfrm>
            <a:off x="73504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37" name="object 937"/>
          <p:cNvSpPr/>
          <p:nvPr/>
        </p:nvSpPr>
        <p:spPr>
          <a:xfrm>
            <a:off x="73028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38" name="object 938"/>
          <p:cNvSpPr/>
          <p:nvPr/>
        </p:nvSpPr>
        <p:spPr>
          <a:xfrm>
            <a:off x="72551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39" name="object 939"/>
          <p:cNvSpPr/>
          <p:nvPr/>
        </p:nvSpPr>
        <p:spPr>
          <a:xfrm>
            <a:off x="72075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40" name="object 940"/>
          <p:cNvSpPr/>
          <p:nvPr/>
        </p:nvSpPr>
        <p:spPr>
          <a:xfrm>
            <a:off x="71599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41" name="object 941"/>
          <p:cNvSpPr/>
          <p:nvPr/>
        </p:nvSpPr>
        <p:spPr>
          <a:xfrm>
            <a:off x="71123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42" name="object 942"/>
          <p:cNvSpPr/>
          <p:nvPr/>
        </p:nvSpPr>
        <p:spPr>
          <a:xfrm>
            <a:off x="706469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43" name="object 943"/>
          <p:cNvSpPr/>
          <p:nvPr/>
        </p:nvSpPr>
        <p:spPr>
          <a:xfrm>
            <a:off x="70170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44" name="object 944"/>
          <p:cNvSpPr/>
          <p:nvPr/>
        </p:nvSpPr>
        <p:spPr>
          <a:xfrm>
            <a:off x="69694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45" name="object 945"/>
          <p:cNvSpPr/>
          <p:nvPr/>
        </p:nvSpPr>
        <p:spPr>
          <a:xfrm>
            <a:off x="692181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46" name="object 946"/>
          <p:cNvSpPr/>
          <p:nvPr/>
        </p:nvSpPr>
        <p:spPr>
          <a:xfrm>
            <a:off x="68741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47" name="object 947"/>
          <p:cNvSpPr/>
          <p:nvPr/>
        </p:nvSpPr>
        <p:spPr>
          <a:xfrm>
            <a:off x="68265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48" name="object 948"/>
          <p:cNvSpPr/>
          <p:nvPr/>
        </p:nvSpPr>
        <p:spPr>
          <a:xfrm>
            <a:off x="67789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49" name="object 949"/>
          <p:cNvSpPr/>
          <p:nvPr/>
        </p:nvSpPr>
        <p:spPr>
          <a:xfrm>
            <a:off x="67313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50" name="object 950"/>
          <p:cNvSpPr/>
          <p:nvPr/>
        </p:nvSpPr>
        <p:spPr>
          <a:xfrm>
            <a:off x="66836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51" name="object 951"/>
          <p:cNvSpPr/>
          <p:nvPr/>
        </p:nvSpPr>
        <p:spPr>
          <a:xfrm>
            <a:off x="66360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52" name="object 952"/>
          <p:cNvSpPr/>
          <p:nvPr/>
        </p:nvSpPr>
        <p:spPr>
          <a:xfrm>
            <a:off x="658844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53" name="object 953"/>
          <p:cNvSpPr/>
          <p:nvPr/>
        </p:nvSpPr>
        <p:spPr>
          <a:xfrm>
            <a:off x="654081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54" name="object 954"/>
          <p:cNvSpPr/>
          <p:nvPr/>
        </p:nvSpPr>
        <p:spPr>
          <a:xfrm>
            <a:off x="64931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55" name="object 955"/>
          <p:cNvSpPr/>
          <p:nvPr/>
        </p:nvSpPr>
        <p:spPr>
          <a:xfrm>
            <a:off x="64455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56" name="object 956"/>
          <p:cNvSpPr/>
          <p:nvPr/>
        </p:nvSpPr>
        <p:spPr>
          <a:xfrm>
            <a:off x="63979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57" name="object 957"/>
          <p:cNvSpPr/>
          <p:nvPr/>
        </p:nvSpPr>
        <p:spPr>
          <a:xfrm>
            <a:off x="63503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58" name="object 958"/>
          <p:cNvSpPr/>
          <p:nvPr/>
        </p:nvSpPr>
        <p:spPr>
          <a:xfrm>
            <a:off x="63026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59" name="object 959"/>
          <p:cNvSpPr/>
          <p:nvPr/>
        </p:nvSpPr>
        <p:spPr>
          <a:xfrm>
            <a:off x="62550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60" name="object 960"/>
          <p:cNvSpPr/>
          <p:nvPr/>
        </p:nvSpPr>
        <p:spPr>
          <a:xfrm>
            <a:off x="62074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61" name="object 961"/>
          <p:cNvSpPr/>
          <p:nvPr/>
        </p:nvSpPr>
        <p:spPr>
          <a:xfrm>
            <a:off x="61598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62" name="object 962"/>
          <p:cNvSpPr/>
          <p:nvPr/>
        </p:nvSpPr>
        <p:spPr>
          <a:xfrm>
            <a:off x="611219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63" name="object 963"/>
          <p:cNvSpPr/>
          <p:nvPr/>
        </p:nvSpPr>
        <p:spPr>
          <a:xfrm>
            <a:off x="60645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64" name="object 964"/>
          <p:cNvSpPr/>
          <p:nvPr/>
        </p:nvSpPr>
        <p:spPr>
          <a:xfrm>
            <a:off x="601694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65" name="object 965"/>
          <p:cNvSpPr/>
          <p:nvPr/>
        </p:nvSpPr>
        <p:spPr>
          <a:xfrm>
            <a:off x="59693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66" name="object 966"/>
          <p:cNvSpPr/>
          <p:nvPr/>
        </p:nvSpPr>
        <p:spPr>
          <a:xfrm>
            <a:off x="59216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67" name="object 967"/>
          <p:cNvSpPr/>
          <p:nvPr/>
        </p:nvSpPr>
        <p:spPr>
          <a:xfrm>
            <a:off x="58740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68" name="object 968"/>
          <p:cNvSpPr/>
          <p:nvPr/>
        </p:nvSpPr>
        <p:spPr>
          <a:xfrm>
            <a:off x="58264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69" name="object 969"/>
          <p:cNvSpPr/>
          <p:nvPr/>
        </p:nvSpPr>
        <p:spPr>
          <a:xfrm>
            <a:off x="57788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70" name="object 970"/>
          <p:cNvSpPr/>
          <p:nvPr/>
        </p:nvSpPr>
        <p:spPr>
          <a:xfrm>
            <a:off x="57311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71" name="object 971"/>
          <p:cNvSpPr/>
          <p:nvPr/>
        </p:nvSpPr>
        <p:spPr>
          <a:xfrm>
            <a:off x="56835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72" name="object 972"/>
          <p:cNvSpPr/>
          <p:nvPr/>
        </p:nvSpPr>
        <p:spPr>
          <a:xfrm>
            <a:off x="56359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73" name="object 973"/>
          <p:cNvSpPr/>
          <p:nvPr/>
        </p:nvSpPr>
        <p:spPr>
          <a:xfrm>
            <a:off x="55883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74" name="object 974"/>
          <p:cNvSpPr/>
          <p:nvPr/>
        </p:nvSpPr>
        <p:spPr>
          <a:xfrm>
            <a:off x="554069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75" name="object 975"/>
          <p:cNvSpPr/>
          <p:nvPr/>
        </p:nvSpPr>
        <p:spPr>
          <a:xfrm>
            <a:off x="54930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76" name="object 976"/>
          <p:cNvSpPr/>
          <p:nvPr/>
        </p:nvSpPr>
        <p:spPr>
          <a:xfrm>
            <a:off x="54454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77" name="object 977"/>
          <p:cNvSpPr/>
          <p:nvPr/>
        </p:nvSpPr>
        <p:spPr>
          <a:xfrm>
            <a:off x="53978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78" name="object 978"/>
          <p:cNvSpPr/>
          <p:nvPr/>
        </p:nvSpPr>
        <p:spPr>
          <a:xfrm>
            <a:off x="53501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79" name="object 979"/>
          <p:cNvSpPr/>
          <p:nvPr/>
        </p:nvSpPr>
        <p:spPr>
          <a:xfrm>
            <a:off x="53025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80" name="object 980"/>
          <p:cNvSpPr/>
          <p:nvPr/>
        </p:nvSpPr>
        <p:spPr>
          <a:xfrm>
            <a:off x="52549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81" name="object 981"/>
          <p:cNvSpPr/>
          <p:nvPr/>
        </p:nvSpPr>
        <p:spPr>
          <a:xfrm>
            <a:off x="52073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82" name="object 982"/>
          <p:cNvSpPr/>
          <p:nvPr/>
        </p:nvSpPr>
        <p:spPr>
          <a:xfrm>
            <a:off x="51596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83" name="object 983"/>
          <p:cNvSpPr/>
          <p:nvPr/>
        </p:nvSpPr>
        <p:spPr>
          <a:xfrm>
            <a:off x="51120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84" name="object 984"/>
          <p:cNvSpPr/>
          <p:nvPr/>
        </p:nvSpPr>
        <p:spPr>
          <a:xfrm>
            <a:off x="50644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85" name="object 985"/>
          <p:cNvSpPr/>
          <p:nvPr/>
        </p:nvSpPr>
        <p:spPr>
          <a:xfrm>
            <a:off x="501681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86" name="object 986"/>
          <p:cNvSpPr/>
          <p:nvPr/>
        </p:nvSpPr>
        <p:spPr>
          <a:xfrm>
            <a:off x="49691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87" name="object 987"/>
          <p:cNvSpPr/>
          <p:nvPr/>
        </p:nvSpPr>
        <p:spPr>
          <a:xfrm>
            <a:off x="49215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88" name="object 988"/>
          <p:cNvSpPr/>
          <p:nvPr/>
        </p:nvSpPr>
        <p:spPr>
          <a:xfrm>
            <a:off x="48739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89" name="object 989"/>
          <p:cNvSpPr/>
          <p:nvPr/>
        </p:nvSpPr>
        <p:spPr>
          <a:xfrm>
            <a:off x="48263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90" name="object 990"/>
          <p:cNvSpPr/>
          <p:nvPr/>
        </p:nvSpPr>
        <p:spPr>
          <a:xfrm>
            <a:off x="47786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91" name="object 991"/>
          <p:cNvSpPr/>
          <p:nvPr/>
        </p:nvSpPr>
        <p:spPr>
          <a:xfrm>
            <a:off x="47310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92" name="object 992"/>
          <p:cNvSpPr/>
          <p:nvPr/>
        </p:nvSpPr>
        <p:spPr>
          <a:xfrm>
            <a:off x="46834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93" name="object 993"/>
          <p:cNvSpPr/>
          <p:nvPr/>
        </p:nvSpPr>
        <p:spPr>
          <a:xfrm>
            <a:off x="46358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94" name="object 994"/>
          <p:cNvSpPr/>
          <p:nvPr/>
        </p:nvSpPr>
        <p:spPr>
          <a:xfrm>
            <a:off x="45881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95" name="object 995"/>
          <p:cNvSpPr/>
          <p:nvPr/>
        </p:nvSpPr>
        <p:spPr>
          <a:xfrm>
            <a:off x="45405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96" name="object 996"/>
          <p:cNvSpPr/>
          <p:nvPr/>
        </p:nvSpPr>
        <p:spPr>
          <a:xfrm>
            <a:off x="449294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97" name="object 997"/>
          <p:cNvSpPr/>
          <p:nvPr/>
        </p:nvSpPr>
        <p:spPr>
          <a:xfrm>
            <a:off x="44453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98" name="object 998"/>
          <p:cNvSpPr/>
          <p:nvPr/>
        </p:nvSpPr>
        <p:spPr>
          <a:xfrm>
            <a:off x="43976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999" name="object 999"/>
          <p:cNvSpPr/>
          <p:nvPr/>
        </p:nvSpPr>
        <p:spPr>
          <a:xfrm>
            <a:off x="43500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00" name="object 1000"/>
          <p:cNvSpPr/>
          <p:nvPr/>
        </p:nvSpPr>
        <p:spPr>
          <a:xfrm>
            <a:off x="43024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01" name="object 1001"/>
          <p:cNvSpPr/>
          <p:nvPr/>
        </p:nvSpPr>
        <p:spPr>
          <a:xfrm>
            <a:off x="42548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02" name="object 1002"/>
          <p:cNvSpPr/>
          <p:nvPr/>
        </p:nvSpPr>
        <p:spPr>
          <a:xfrm>
            <a:off x="42071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03" name="object 1003"/>
          <p:cNvSpPr/>
          <p:nvPr/>
        </p:nvSpPr>
        <p:spPr>
          <a:xfrm>
            <a:off x="41595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04" name="object 1004"/>
          <p:cNvSpPr/>
          <p:nvPr/>
        </p:nvSpPr>
        <p:spPr>
          <a:xfrm>
            <a:off x="41119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05" name="object 1005"/>
          <p:cNvSpPr/>
          <p:nvPr/>
        </p:nvSpPr>
        <p:spPr>
          <a:xfrm>
            <a:off x="406431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06" name="object 1006"/>
          <p:cNvSpPr/>
          <p:nvPr/>
        </p:nvSpPr>
        <p:spPr>
          <a:xfrm>
            <a:off x="401669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07" name="object 1007"/>
          <p:cNvSpPr/>
          <p:nvPr/>
        </p:nvSpPr>
        <p:spPr>
          <a:xfrm>
            <a:off x="39690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08" name="object 1008"/>
          <p:cNvSpPr/>
          <p:nvPr/>
        </p:nvSpPr>
        <p:spPr>
          <a:xfrm>
            <a:off x="39214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09" name="object 1009"/>
          <p:cNvSpPr/>
          <p:nvPr/>
        </p:nvSpPr>
        <p:spPr>
          <a:xfrm>
            <a:off x="38738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10" name="object 1010"/>
          <p:cNvSpPr/>
          <p:nvPr/>
        </p:nvSpPr>
        <p:spPr>
          <a:xfrm>
            <a:off x="382619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11" name="object 1011"/>
          <p:cNvSpPr/>
          <p:nvPr/>
        </p:nvSpPr>
        <p:spPr>
          <a:xfrm>
            <a:off x="37785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12" name="object 1012"/>
          <p:cNvSpPr/>
          <p:nvPr/>
        </p:nvSpPr>
        <p:spPr>
          <a:xfrm>
            <a:off x="37309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13" name="object 1013"/>
          <p:cNvSpPr/>
          <p:nvPr/>
        </p:nvSpPr>
        <p:spPr>
          <a:xfrm>
            <a:off x="36833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14" name="object 1014"/>
          <p:cNvSpPr/>
          <p:nvPr/>
        </p:nvSpPr>
        <p:spPr>
          <a:xfrm>
            <a:off x="36356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15" name="object 1015"/>
          <p:cNvSpPr/>
          <p:nvPr/>
        </p:nvSpPr>
        <p:spPr>
          <a:xfrm>
            <a:off x="35880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16" name="object 1016"/>
          <p:cNvSpPr/>
          <p:nvPr/>
        </p:nvSpPr>
        <p:spPr>
          <a:xfrm>
            <a:off x="354044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17" name="object 1017"/>
          <p:cNvSpPr/>
          <p:nvPr/>
        </p:nvSpPr>
        <p:spPr>
          <a:xfrm>
            <a:off x="34928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18" name="object 1018"/>
          <p:cNvSpPr/>
          <p:nvPr/>
        </p:nvSpPr>
        <p:spPr>
          <a:xfrm>
            <a:off x="34451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19" name="object 1019"/>
          <p:cNvSpPr/>
          <p:nvPr/>
        </p:nvSpPr>
        <p:spPr>
          <a:xfrm>
            <a:off x="33975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20" name="object 1020"/>
          <p:cNvSpPr/>
          <p:nvPr/>
        </p:nvSpPr>
        <p:spPr>
          <a:xfrm>
            <a:off x="33499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21" name="object 1021"/>
          <p:cNvSpPr/>
          <p:nvPr/>
        </p:nvSpPr>
        <p:spPr>
          <a:xfrm>
            <a:off x="330231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22" name="object 1022"/>
          <p:cNvSpPr/>
          <p:nvPr/>
        </p:nvSpPr>
        <p:spPr>
          <a:xfrm>
            <a:off x="32546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23" name="object 1023"/>
          <p:cNvSpPr/>
          <p:nvPr/>
        </p:nvSpPr>
        <p:spPr>
          <a:xfrm>
            <a:off x="32070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24" name="object 1024"/>
          <p:cNvSpPr/>
          <p:nvPr/>
        </p:nvSpPr>
        <p:spPr>
          <a:xfrm>
            <a:off x="31594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25" name="object 1025"/>
          <p:cNvSpPr/>
          <p:nvPr/>
        </p:nvSpPr>
        <p:spPr>
          <a:xfrm>
            <a:off x="31118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26" name="object 1026"/>
          <p:cNvSpPr/>
          <p:nvPr/>
        </p:nvSpPr>
        <p:spPr>
          <a:xfrm>
            <a:off x="306419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27" name="object 1027"/>
          <p:cNvSpPr/>
          <p:nvPr/>
        </p:nvSpPr>
        <p:spPr>
          <a:xfrm>
            <a:off x="30165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28" name="object 1028"/>
          <p:cNvSpPr/>
          <p:nvPr/>
        </p:nvSpPr>
        <p:spPr>
          <a:xfrm>
            <a:off x="29689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29" name="object 1029"/>
          <p:cNvSpPr/>
          <p:nvPr/>
        </p:nvSpPr>
        <p:spPr>
          <a:xfrm>
            <a:off x="29213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30" name="object 1030"/>
          <p:cNvSpPr/>
          <p:nvPr/>
        </p:nvSpPr>
        <p:spPr>
          <a:xfrm>
            <a:off x="28736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31" name="object 1031"/>
          <p:cNvSpPr/>
          <p:nvPr/>
        </p:nvSpPr>
        <p:spPr>
          <a:xfrm>
            <a:off x="28260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32" name="object 1032"/>
          <p:cNvSpPr/>
          <p:nvPr/>
        </p:nvSpPr>
        <p:spPr>
          <a:xfrm>
            <a:off x="277844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33" name="object 1033"/>
          <p:cNvSpPr/>
          <p:nvPr/>
        </p:nvSpPr>
        <p:spPr>
          <a:xfrm>
            <a:off x="27308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34" name="object 1034"/>
          <p:cNvSpPr/>
          <p:nvPr/>
        </p:nvSpPr>
        <p:spPr>
          <a:xfrm>
            <a:off x="26831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35" name="object 1035"/>
          <p:cNvSpPr/>
          <p:nvPr/>
        </p:nvSpPr>
        <p:spPr>
          <a:xfrm>
            <a:off x="26355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36" name="object 1036"/>
          <p:cNvSpPr/>
          <p:nvPr/>
        </p:nvSpPr>
        <p:spPr>
          <a:xfrm>
            <a:off x="25879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37" name="object 1037"/>
          <p:cNvSpPr/>
          <p:nvPr/>
        </p:nvSpPr>
        <p:spPr>
          <a:xfrm>
            <a:off x="254031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38" name="object 1038"/>
          <p:cNvSpPr/>
          <p:nvPr/>
        </p:nvSpPr>
        <p:spPr>
          <a:xfrm>
            <a:off x="24926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39" name="object 1039"/>
          <p:cNvSpPr/>
          <p:nvPr/>
        </p:nvSpPr>
        <p:spPr>
          <a:xfrm>
            <a:off x="24450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40" name="object 1040"/>
          <p:cNvSpPr/>
          <p:nvPr/>
        </p:nvSpPr>
        <p:spPr>
          <a:xfrm>
            <a:off x="23974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41" name="object 1041"/>
          <p:cNvSpPr/>
          <p:nvPr/>
        </p:nvSpPr>
        <p:spPr>
          <a:xfrm>
            <a:off x="23498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42" name="object 1042"/>
          <p:cNvSpPr/>
          <p:nvPr/>
        </p:nvSpPr>
        <p:spPr>
          <a:xfrm>
            <a:off x="23021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43" name="object 1043"/>
          <p:cNvSpPr/>
          <p:nvPr/>
        </p:nvSpPr>
        <p:spPr>
          <a:xfrm>
            <a:off x="22545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44" name="object 1044"/>
          <p:cNvSpPr/>
          <p:nvPr/>
        </p:nvSpPr>
        <p:spPr>
          <a:xfrm>
            <a:off x="220694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45" name="object 1045"/>
          <p:cNvSpPr/>
          <p:nvPr/>
        </p:nvSpPr>
        <p:spPr>
          <a:xfrm>
            <a:off x="21593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46" name="object 1046"/>
          <p:cNvSpPr/>
          <p:nvPr/>
        </p:nvSpPr>
        <p:spPr>
          <a:xfrm>
            <a:off x="21116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47" name="object 1047"/>
          <p:cNvSpPr/>
          <p:nvPr/>
        </p:nvSpPr>
        <p:spPr>
          <a:xfrm>
            <a:off x="20640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48" name="object 1048"/>
          <p:cNvSpPr/>
          <p:nvPr/>
        </p:nvSpPr>
        <p:spPr>
          <a:xfrm>
            <a:off x="20164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49" name="object 1049"/>
          <p:cNvSpPr/>
          <p:nvPr/>
        </p:nvSpPr>
        <p:spPr>
          <a:xfrm>
            <a:off x="19688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50" name="object 1050"/>
          <p:cNvSpPr/>
          <p:nvPr/>
        </p:nvSpPr>
        <p:spPr>
          <a:xfrm>
            <a:off x="19211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51" name="object 1051"/>
          <p:cNvSpPr/>
          <p:nvPr/>
        </p:nvSpPr>
        <p:spPr>
          <a:xfrm>
            <a:off x="18735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52" name="object 1052"/>
          <p:cNvSpPr/>
          <p:nvPr/>
        </p:nvSpPr>
        <p:spPr>
          <a:xfrm>
            <a:off x="182594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53" name="object 1053"/>
          <p:cNvSpPr/>
          <p:nvPr/>
        </p:nvSpPr>
        <p:spPr>
          <a:xfrm>
            <a:off x="17783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54" name="object 1054"/>
          <p:cNvSpPr/>
          <p:nvPr/>
        </p:nvSpPr>
        <p:spPr>
          <a:xfrm>
            <a:off x="17306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55" name="object 1055"/>
          <p:cNvSpPr/>
          <p:nvPr/>
        </p:nvSpPr>
        <p:spPr>
          <a:xfrm>
            <a:off x="16830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56" name="object 1056"/>
          <p:cNvSpPr/>
          <p:nvPr/>
        </p:nvSpPr>
        <p:spPr>
          <a:xfrm>
            <a:off x="163544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57" name="object 1057"/>
          <p:cNvSpPr/>
          <p:nvPr/>
        </p:nvSpPr>
        <p:spPr>
          <a:xfrm>
            <a:off x="15878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58" name="object 1058"/>
          <p:cNvSpPr/>
          <p:nvPr/>
        </p:nvSpPr>
        <p:spPr>
          <a:xfrm>
            <a:off x="15401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59" name="object 1059"/>
          <p:cNvSpPr/>
          <p:nvPr/>
        </p:nvSpPr>
        <p:spPr>
          <a:xfrm>
            <a:off x="14925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60" name="object 1060"/>
          <p:cNvSpPr/>
          <p:nvPr/>
        </p:nvSpPr>
        <p:spPr>
          <a:xfrm>
            <a:off x="144494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61" name="object 1061"/>
          <p:cNvSpPr/>
          <p:nvPr/>
        </p:nvSpPr>
        <p:spPr>
          <a:xfrm>
            <a:off x="13973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62" name="object 1062"/>
          <p:cNvSpPr/>
          <p:nvPr/>
        </p:nvSpPr>
        <p:spPr>
          <a:xfrm>
            <a:off x="13496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63" name="object 1063"/>
          <p:cNvSpPr/>
          <p:nvPr/>
        </p:nvSpPr>
        <p:spPr>
          <a:xfrm>
            <a:off x="13020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64" name="object 1064"/>
          <p:cNvSpPr/>
          <p:nvPr/>
        </p:nvSpPr>
        <p:spPr>
          <a:xfrm>
            <a:off x="12544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65" name="object 1065"/>
          <p:cNvSpPr/>
          <p:nvPr/>
        </p:nvSpPr>
        <p:spPr>
          <a:xfrm>
            <a:off x="12068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66" name="object 1066"/>
          <p:cNvSpPr/>
          <p:nvPr/>
        </p:nvSpPr>
        <p:spPr>
          <a:xfrm>
            <a:off x="11591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67" name="object 1067"/>
          <p:cNvSpPr/>
          <p:nvPr/>
        </p:nvSpPr>
        <p:spPr>
          <a:xfrm>
            <a:off x="111156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68" name="object 1068"/>
          <p:cNvSpPr/>
          <p:nvPr/>
        </p:nvSpPr>
        <p:spPr>
          <a:xfrm>
            <a:off x="106394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69" name="object 1069"/>
          <p:cNvSpPr/>
          <p:nvPr/>
        </p:nvSpPr>
        <p:spPr>
          <a:xfrm>
            <a:off x="1016317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70" name="object 1070"/>
          <p:cNvSpPr/>
          <p:nvPr/>
        </p:nvSpPr>
        <p:spPr>
          <a:xfrm>
            <a:off x="968692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71" name="object 1071"/>
          <p:cNvSpPr/>
          <p:nvPr/>
        </p:nvSpPr>
        <p:spPr>
          <a:xfrm>
            <a:off x="9210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72" name="object 1072"/>
          <p:cNvSpPr/>
          <p:nvPr/>
        </p:nvSpPr>
        <p:spPr>
          <a:xfrm>
            <a:off x="1049369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73" name="object 1073"/>
          <p:cNvSpPr/>
          <p:nvPr/>
        </p:nvSpPr>
        <p:spPr>
          <a:xfrm>
            <a:off x="104460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74" name="object 1074"/>
          <p:cNvSpPr/>
          <p:nvPr/>
        </p:nvSpPr>
        <p:spPr>
          <a:xfrm>
            <a:off x="103984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75" name="object 1075"/>
          <p:cNvSpPr/>
          <p:nvPr/>
        </p:nvSpPr>
        <p:spPr>
          <a:xfrm>
            <a:off x="103508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76" name="object 1076"/>
          <p:cNvSpPr/>
          <p:nvPr/>
        </p:nvSpPr>
        <p:spPr>
          <a:xfrm>
            <a:off x="103031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77" name="object 1077"/>
          <p:cNvSpPr/>
          <p:nvPr/>
        </p:nvSpPr>
        <p:spPr>
          <a:xfrm>
            <a:off x="102555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78" name="object 1078"/>
          <p:cNvSpPr/>
          <p:nvPr/>
        </p:nvSpPr>
        <p:spPr>
          <a:xfrm>
            <a:off x="102079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79" name="object 1079"/>
          <p:cNvSpPr/>
          <p:nvPr/>
        </p:nvSpPr>
        <p:spPr>
          <a:xfrm>
            <a:off x="101603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80" name="object 1080"/>
          <p:cNvSpPr/>
          <p:nvPr/>
        </p:nvSpPr>
        <p:spPr>
          <a:xfrm>
            <a:off x="101126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81" name="object 1081"/>
          <p:cNvSpPr/>
          <p:nvPr/>
        </p:nvSpPr>
        <p:spPr>
          <a:xfrm>
            <a:off x="100650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82" name="object 1082"/>
          <p:cNvSpPr/>
          <p:nvPr/>
        </p:nvSpPr>
        <p:spPr>
          <a:xfrm>
            <a:off x="100174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83" name="object 1083"/>
          <p:cNvSpPr/>
          <p:nvPr/>
        </p:nvSpPr>
        <p:spPr>
          <a:xfrm>
            <a:off x="996981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84" name="object 1084"/>
          <p:cNvSpPr/>
          <p:nvPr/>
        </p:nvSpPr>
        <p:spPr>
          <a:xfrm>
            <a:off x="99221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85" name="object 1085"/>
          <p:cNvSpPr/>
          <p:nvPr/>
        </p:nvSpPr>
        <p:spPr>
          <a:xfrm>
            <a:off x="98745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86" name="object 1086"/>
          <p:cNvSpPr/>
          <p:nvPr/>
        </p:nvSpPr>
        <p:spPr>
          <a:xfrm>
            <a:off x="98269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87" name="object 1087"/>
          <p:cNvSpPr/>
          <p:nvPr/>
        </p:nvSpPr>
        <p:spPr>
          <a:xfrm>
            <a:off x="97793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88" name="object 1088"/>
          <p:cNvSpPr/>
          <p:nvPr/>
        </p:nvSpPr>
        <p:spPr>
          <a:xfrm>
            <a:off x="97316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89" name="object 1089"/>
          <p:cNvSpPr/>
          <p:nvPr/>
        </p:nvSpPr>
        <p:spPr>
          <a:xfrm>
            <a:off x="96840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90" name="object 1090"/>
          <p:cNvSpPr/>
          <p:nvPr/>
        </p:nvSpPr>
        <p:spPr>
          <a:xfrm>
            <a:off x="96364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91" name="object 1091"/>
          <p:cNvSpPr/>
          <p:nvPr/>
        </p:nvSpPr>
        <p:spPr>
          <a:xfrm>
            <a:off x="95888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92" name="object 1092"/>
          <p:cNvSpPr/>
          <p:nvPr/>
        </p:nvSpPr>
        <p:spPr>
          <a:xfrm>
            <a:off x="954119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93" name="object 1093"/>
          <p:cNvSpPr/>
          <p:nvPr/>
        </p:nvSpPr>
        <p:spPr>
          <a:xfrm>
            <a:off x="94935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94" name="object 1094"/>
          <p:cNvSpPr/>
          <p:nvPr/>
        </p:nvSpPr>
        <p:spPr>
          <a:xfrm>
            <a:off x="944594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95" name="object 1095"/>
          <p:cNvSpPr/>
          <p:nvPr/>
        </p:nvSpPr>
        <p:spPr>
          <a:xfrm>
            <a:off x="93983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96" name="object 1096"/>
          <p:cNvSpPr/>
          <p:nvPr/>
        </p:nvSpPr>
        <p:spPr>
          <a:xfrm>
            <a:off x="93506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97" name="object 1097"/>
          <p:cNvSpPr/>
          <p:nvPr/>
        </p:nvSpPr>
        <p:spPr>
          <a:xfrm>
            <a:off x="93030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98" name="object 1098"/>
          <p:cNvSpPr/>
          <p:nvPr/>
        </p:nvSpPr>
        <p:spPr>
          <a:xfrm>
            <a:off x="92554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099" name="object 1099"/>
          <p:cNvSpPr/>
          <p:nvPr/>
        </p:nvSpPr>
        <p:spPr>
          <a:xfrm>
            <a:off x="92078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00" name="object 1100"/>
          <p:cNvSpPr/>
          <p:nvPr/>
        </p:nvSpPr>
        <p:spPr>
          <a:xfrm>
            <a:off x="91601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01" name="object 1101"/>
          <p:cNvSpPr/>
          <p:nvPr/>
        </p:nvSpPr>
        <p:spPr>
          <a:xfrm>
            <a:off x="91125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02" name="object 1102"/>
          <p:cNvSpPr/>
          <p:nvPr/>
        </p:nvSpPr>
        <p:spPr>
          <a:xfrm>
            <a:off x="90649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03" name="object 1103"/>
          <p:cNvSpPr/>
          <p:nvPr/>
        </p:nvSpPr>
        <p:spPr>
          <a:xfrm>
            <a:off x="901731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04" name="object 1104"/>
          <p:cNvSpPr/>
          <p:nvPr/>
        </p:nvSpPr>
        <p:spPr>
          <a:xfrm>
            <a:off x="89696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05" name="object 1105"/>
          <p:cNvSpPr/>
          <p:nvPr/>
        </p:nvSpPr>
        <p:spPr>
          <a:xfrm>
            <a:off x="8922067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06" name="object 1106"/>
          <p:cNvSpPr/>
          <p:nvPr/>
        </p:nvSpPr>
        <p:spPr>
          <a:xfrm>
            <a:off x="88744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07" name="object 1107"/>
          <p:cNvSpPr/>
          <p:nvPr/>
        </p:nvSpPr>
        <p:spPr>
          <a:xfrm>
            <a:off x="88268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08" name="object 1108"/>
          <p:cNvSpPr/>
          <p:nvPr/>
        </p:nvSpPr>
        <p:spPr>
          <a:xfrm>
            <a:off x="87791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09" name="object 1109"/>
          <p:cNvSpPr/>
          <p:nvPr/>
        </p:nvSpPr>
        <p:spPr>
          <a:xfrm>
            <a:off x="87315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10" name="object 1110"/>
          <p:cNvSpPr/>
          <p:nvPr/>
        </p:nvSpPr>
        <p:spPr>
          <a:xfrm>
            <a:off x="868394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11" name="object 1111"/>
          <p:cNvSpPr/>
          <p:nvPr/>
        </p:nvSpPr>
        <p:spPr>
          <a:xfrm>
            <a:off x="86363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8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8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12" name="object 1112"/>
          <p:cNvSpPr/>
          <p:nvPr/>
        </p:nvSpPr>
        <p:spPr>
          <a:xfrm>
            <a:off x="8588691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5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5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13" name="object 1113"/>
          <p:cNvSpPr/>
          <p:nvPr/>
        </p:nvSpPr>
        <p:spPr>
          <a:xfrm>
            <a:off x="854106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14" name="object 1114"/>
          <p:cNvSpPr/>
          <p:nvPr/>
        </p:nvSpPr>
        <p:spPr>
          <a:xfrm>
            <a:off x="849344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6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6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15" name="object 1115"/>
          <p:cNvSpPr/>
          <p:nvPr/>
        </p:nvSpPr>
        <p:spPr>
          <a:xfrm>
            <a:off x="8445816" y="249769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16" name="object 1116"/>
          <p:cNvSpPr/>
          <p:nvPr/>
        </p:nvSpPr>
        <p:spPr>
          <a:xfrm>
            <a:off x="8398192" y="249769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6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6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17" name="object 1117"/>
          <p:cNvSpPr/>
          <p:nvPr/>
        </p:nvSpPr>
        <p:spPr>
          <a:xfrm>
            <a:off x="1175594" y="409161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18" name="object 1118"/>
          <p:cNvSpPr/>
          <p:nvPr/>
        </p:nvSpPr>
        <p:spPr>
          <a:xfrm>
            <a:off x="1175594" y="404403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19" name="object 1119"/>
          <p:cNvSpPr/>
          <p:nvPr/>
        </p:nvSpPr>
        <p:spPr>
          <a:xfrm>
            <a:off x="1175594" y="3996460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20" name="object 1120"/>
          <p:cNvSpPr/>
          <p:nvPr/>
        </p:nvSpPr>
        <p:spPr>
          <a:xfrm>
            <a:off x="1175594" y="3948884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21" name="object 1121"/>
          <p:cNvSpPr/>
          <p:nvPr/>
        </p:nvSpPr>
        <p:spPr>
          <a:xfrm>
            <a:off x="1175594" y="3901308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22" name="object 1122"/>
          <p:cNvSpPr/>
          <p:nvPr/>
        </p:nvSpPr>
        <p:spPr>
          <a:xfrm>
            <a:off x="1175594" y="385373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23" name="object 1123"/>
          <p:cNvSpPr/>
          <p:nvPr/>
        </p:nvSpPr>
        <p:spPr>
          <a:xfrm>
            <a:off x="1175594" y="380615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24" name="object 1124"/>
          <p:cNvSpPr/>
          <p:nvPr/>
        </p:nvSpPr>
        <p:spPr>
          <a:xfrm>
            <a:off x="1175594" y="375858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25" name="object 1125"/>
          <p:cNvSpPr/>
          <p:nvPr/>
        </p:nvSpPr>
        <p:spPr>
          <a:xfrm>
            <a:off x="3902666" y="409161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26" name="object 1126"/>
          <p:cNvSpPr/>
          <p:nvPr/>
        </p:nvSpPr>
        <p:spPr>
          <a:xfrm>
            <a:off x="3902666" y="404403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27" name="object 1127"/>
          <p:cNvSpPr/>
          <p:nvPr/>
        </p:nvSpPr>
        <p:spPr>
          <a:xfrm>
            <a:off x="3902666" y="3996460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28" name="object 1128"/>
          <p:cNvSpPr/>
          <p:nvPr/>
        </p:nvSpPr>
        <p:spPr>
          <a:xfrm>
            <a:off x="3902666" y="3948884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29" name="object 1129"/>
          <p:cNvSpPr/>
          <p:nvPr/>
        </p:nvSpPr>
        <p:spPr>
          <a:xfrm>
            <a:off x="3902666" y="3901308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30" name="object 1130"/>
          <p:cNvSpPr/>
          <p:nvPr/>
        </p:nvSpPr>
        <p:spPr>
          <a:xfrm>
            <a:off x="3902666" y="385373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31" name="object 1131"/>
          <p:cNvSpPr/>
          <p:nvPr/>
        </p:nvSpPr>
        <p:spPr>
          <a:xfrm>
            <a:off x="3902666" y="380615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32" name="object 1132"/>
          <p:cNvSpPr/>
          <p:nvPr/>
        </p:nvSpPr>
        <p:spPr>
          <a:xfrm>
            <a:off x="3902666" y="375858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33" name="object 1133"/>
          <p:cNvSpPr/>
          <p:nvPr/>
        </p:nvSpPr>
        <p:spPr>
          <a:xfrm>
            <a:off x="3902666" y="409161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34" name="object 1134"/>
          <p:cNvSpPr/>
          <p:nvPr/>
        </p:nvSpPr>
        <p:spPr>
          <a:xfrm>
            <a:off x="3902666" y="404403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35" name="object 1135"/>
          <p:cNvSpPr/>
          <p:nvPr/>
        </p:nvSpPr>
        <p:spPr>
          <a:xfrm>
            <a:off x="3902666" y="3996460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36" name="object 1136"/>
          <p:cNvSpPr/>
          <p:nvPr/>
        </p:nvSpPr>
        <p:spPr>
          <a:xfrm>
            <a:off x="3902666" y="3948884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37" name="object 1137"/>
          <p:cNvSpPr/>
          <p:nvPr/>
        </p:nvSpPr>
        <p:spPr>
          <a:xfrm>
            <a:off x="3902666" y="3901308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38" name="object 1138"/>
          <p:cNvSpPr/>
          <p:nvPr/>
        </p:nvSpPr>
        <p:spPr>
          <a:xfrm>
            <a:off x="3902666" y="385373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39" name="object 1139"/>
          <p:cNvSpPr/>
          <p:nvPr/>
        </p:nvSpPr>
        <p:spPr>
          <a:xfrm>
            <a:off x="3902666" y="380615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40" name="object 1140"/>
          <p:cNvSpPr/>
          <p:nvPr/>
        </p:nvSpPr>
        <p:spPr>
          <a:xfrm>
            <a:off x="3902666" y="375858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41" name="object 1141"/>
          <p:cNvSpPr/>
          <p:nvPr/>
        </p:nvSpPr>
        <p:spPr>
          <a:xfrm>
            <a:off x="6629738" y="409161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42" name="object 1142"/>
          <p:cNvSpPr/>
          <p:nvPr/>
        </p:nvSpPr>
        <p:spPr>
          <a:xfrm>
            <a:off x="6629738" y="404403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43" name="object 1143"/>
          <p:cNvSpPr/>
          <p:nvPr/>
        </p:nvSpPr>
        <p:spPr>
          <a:xfrm>
            <a:off x="6629738" y="3996460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44" name="object 1144"/>
          <p:cNvSpPr/>
          <p:nvPr/>
        </p:nvSpPr>
        <p:spPr>
          <a:xfrm>
            <a:off x="6629738" y="3948884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45" name="object 1145"/>
          <p:cNvSpPr/>
          <p:nvPr/>
        </p:nvSpPr>
        <p:spPr>
          <a:xfrm>
            <a:off x="6629738" y="3901308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46" name="object 1146"/>
          <p:cNvSpPr/>
          <p:nvPr/>
        </p:nvSpPr>
        <p:spPr>
          <a:xfrm>
            <a:off x="6629738" y="385373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47" name="object 1147"/>
          <p:cNvSpPr/>
          <p:nvPr/>
        </p:nvSpPr>
        <p:spPr>
          <a:xfrm>
            <a:off x="6629738" y="380615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48" name="object 1148"/>
          <p:cNvSpPr/>
          <p:nvPr/>
        </p:nvSpPr>
        <p:spPr>
          <a:xfrm>
            <a:off x="6629738" y="375858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49" name="object 1149"/>
          <p:cNvSpPr/>
          <p:nvPr/>
        </p:nvSpPr>
        <p:spPr>
          <a:xfrm>
            <a:off x="6629739" y="409161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50" name="object 1150"/>
          <p:cNvSpPr/>
          <p:nvPr/>
        </p:nvSpPr>
        <p:spPr>
          <a:xfrm>
            <a:off x="6629739" y="404403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51" name="object 1151"/>
          <p:cNvSpPr/>
          <p:nvPr/>
        </p:nvSpPr>
        <p:spPr>
          <a:xfrm>
            <a:off x="6629739" y="3996460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52" name="object 1152"/>
          <p:cNvSpPr/>
          <p:nvPr/>
        </p:nvSpPr>
        <p:spPr>
          <a:xfrm>
            <a:off x="6629739" y="3948884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53" name="object 1153"/>
          <p:cNvSpPr/>
          <p:nvPr/>
        </p:nvSpPr>
        <p:spPr>
          <a:xfrm>
            <a:off x="6629739" y="3901308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54" name="object 1154"/>
          <p:cNvSpPr/>
          <p:nvPr/>
        </p:nvSpPr>
        <p:spPr>
          <a:xfrm>
            <a:off x="6629739" y="385373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55" name="object 1155"/>
          <p:cNvSpPr/>
          <p:nvPr/>
        </p:nvSpPr>
        <p:spPr>
          <a:xfrm>
            <a:off x="6629739" y="380615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56" name="object 1156"/>
          <p:cNvSpPr/>
          <p:nvPr/>
        </p:nvSpPr>
        <p:spPr>
          <a:xfrm>
            <a:off x="6629739" y="375858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57" name="object 1157"/>
          <p:cNvSpPr/>
          <p:nvPr/>
        </p:nvSpPr>
        <p:spPr>
          <a:xfrm>
            <a:off x="9356811" y="409161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58" name="object 1158"/>
          <p:cNvSpPr/>
          <p:nvPr/>
        </p:nvSpPr>
        <p:spPr>
          <a:xfrm>
            <a:off x="9356811" y="404403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59" name="object 1159"/>
          <p:cNvSpPr/>
          <p:nvPr/>
        </p:nvSpPr>
        <p:spPr>
          <a:xfrm>
            <a:off x="9356811" y="3996460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60" name="object 1160"/>
          <p:cNvSpPr/>
          <p:nvPr/>
        </p:nvSpPr>
        <p:spPr>
          <a:xfrm>
            <a:off x="9356811" y="3948884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61" name="object 1161"/>
          <p:cNvSpPr/>
          <p:nvPr/>
        </p:nvSpPr>
        <p:spPr>
          <a:xfrm>
            <a:off x="9356811" y="3901308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62" name="object 1162"/>
          <p:cNvSpPr/>
          <p:nvPr/>
        </p:nvSpPr>
        <p:spPr>
          <a:xfrm>
            <a:off x="9356811" y="385373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63" name="object 1163"/>
          <p:cNvSpPr/>
          <p:nvPr/>
        </p:nvSpPr>
        <p:spPr>
          <a:xfrm>
            <a:off x="9356811" y="3806156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64" name="object 1164"/>
          <p:cNvSpPr/>
          <p:nvPr/>
        </p:nvSpPr>
        <p:spPr>
          <a:xfrm>
            <a:off x="9356811" y="3758581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65" name="object 1165"/>
          <p:cNvSpPr/>
          <p:nvPr/>
        </p:nvSpPr>
        <p:spPr>
          <a:xfrm>
            <a:off x="9356811" y="409161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66" name="object 1166"/>
          <p:cNvSpPr/>
          <p:nvPr/>
        </p:nvSpPr>
        <p:spPr>
          <a:xfrm>
            <a:off x="9356811" y="404403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67" name="object 1167"/>
          <p:cNvSpPr/>
          <p:nvPr/>
        </p:nvSpPr>
        <p:spPr>
          <a:xfrm>
            <a:off x="9356811" y="3996460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68" name="object 1168"/>
          <p:cNvSpPr/>
          <p:nvPr/>
        </p:nvSpPr>
        <p:spPr>
          <a:xfrm>
            <a:off x="9356811" y="3948884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69" name="object 1169"/>
          <p:cNvSpPr/>
          <p:nvPr/>
        </p:nvSpPr>
        <p:spPr>
          <a:xfrm>
            <a:off x="9356811" y="3901308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70" name="object 1170"/>
          <p:cNvSpPr/>
          <p:nvPr/>
        </p:nvSpPr>
        <p:spPr>
          <a:xfrm>
            <a:off x="9356811" y="385373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71" name="object 1171"/>
          <p:cNvSpPr/>
          <p:nvPr/>
        </p:nvSpPr>
        <p:spPr>
          <a:xfrm>
            <a:off x="9356811" y="380615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72" name="object 1172"/>
          <p:cNvSpPr/>
          <p:nvPr/>
        </p:nvSpPr>
        <p:spPr>
          <a:xfrm>
            <a:off x="9356811" y="375858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73" name="object 1173"/>
          <p:cNvSpPr/>
          <p:nvPr/>
        </p:nvSpPr>
        <p:spPr>
          <a:xfrm>
            <a:off x="10265835" y="409161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74" name="object 1174"/>
          <p:cNvSpPr/>
          <p:nvPr/>
        </p:nvSpPr>
        <p:spPr>
          <a:xfrm>
            <a:off x="10265835" y="404403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75" name="object 1175"/>
          <p:cNvSpPr/>
          <p:nvPr/>
        </p:nvSpPr>
        <p:spPr>
          <a:xfrm>
            <a:off x="10265835" y="3996460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76" name="object 1176"/>
          <p:cNvSpPr/>
          <p:nvPr/>
        </p:nvSpPr>
        <p:spPr>
          <a:xfrm>
            <a:off x="10265835" y="3948884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77" name="object 1177"/>
          <p:cNvSpPr/>
          <p:nvPr/>
        </p:nvSpPr>
        <p:spPr>
          <a:xfrm>
            <a:off x="10265835" y="3901308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78" name="object 1178"/>
          <p:cNvSpPr/>
          <p:nvPr/>
        </p:nvSpPr>
        <p:spPr>
          <a:xfrm>
            <a:off x="10265835" y="385373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79" name="object 1179"/>
          <p:cNvSpPr/>
          <p:nvPr/>
        </p:nvSpPr>
        <p:spPr>
          <a:xfrm>
            <a:off x="10265835" y="3806156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80" name="object 1180"/>
          <p:cNvSpPr/>
          <p:nvPr/>
        </p:nvSpPr>
        <p:spPr>
          <a:xfrm>
            <a:off x="10265835" y="3758581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81" name="object 1181"/>
          <p:cNvSpPr/>
          <p:nvPr/>
        </p:nvSpPr>
        <p:spPr>
          <a:xfrm>
            <a:off x="1175594" y="4133478"/>
            <a:ext cx="9525" cy="152242"/>
          </a:xfrm>
          <a:custGeom>
            <a:avLst/>
            <a:gdLst/>
            <a:ahLst/>
            <a:cxnLst/>
            <a:rect b="b" l="l" r="r" t="t"/>
            <a:pathLst>
              <a:path h="152242" w="9525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5" y="146171"/>
                </a:lnTo>
                <a:lnTo>
                  <a:pt x="9524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5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5" y="98595"/>
                </a:lnTo>
                <a:lnTo>
                  <a:pt x="9524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5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5" y="51019"/>
                </a:lnTo>
                <a:lnTo>
                  <a:pt x="9524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82" name="object 1182"/>
          <p:cNvSpPr/>
          <p:nvPr/>
        </p:nvSpPr>
        <p:spPr>
          <a:xfrm>
            <a:off x="3902666" y="4133478"/>
            <a:ext cx="9525" cy="152242"/>
          </a:xfrm>
          <a:custGeom>
            <a:avLst/>
            <a:gdLst/>
            <a:ahLst/>
            <a:cxnLst/>
            <a:rect b="b" l="l" r="r" t="t"/>
            <a:pathLst>
              <a:path h="152242" w="9525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5" y="146171"/>
                </a:lnTo>
                <a:lnTo>
                  <a:pt x="9525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5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5" y="98595"/>
                </a:lnTo>
                <a:lnTo>
                  <a:pt x="9525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5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5" y="51019"/>
                </a:lnTo>
                <a:lnTo>
                  <a:pt x="9525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83" name="object 1183"/>
          <p:cNvSpPr/>
          <p:nvPr/>
        </p:nvSpPr>
        <p:spPr>
          <a:xfrm>
            <a:off x="3890218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84" name="object 1184"/>
          <p:cNvSpPr/>
          <p:nvPr/>
        </p:nvSpPr>
        <p:spPr>
          <a:xfrm>
            <a:off x="3842593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85" name="object 1185"/>
          <p:cNvSpPr/>
          <p:nvPr/>
        </p:nvSpPr>
        <p:spPr>
          <a:xfrm>
            <a:off x="3794968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86" name="object 1186"/>
          <p:cNvSpPr/>
          <p:nvPr/>
        </p:nvSpPr>
        <p:spPr>
          <a:xfrm>
            <a:off x="3747343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87" name="object 1187"/>
          <p:cNvSpPr/>
          <p:nvPr/>
        </p:nvSpPr>
        <p:spPr>
          <a:xfrm>
            <a:off x="3699718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88" name="object 1188"/>
          <p:cNvSpPr/>
          <p:nvPr/>
        </p:nvSpPr>
        <p:spPr>
          <a:xfrm>
            <a:off x="3652093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89" name="object 1189"/>
          <p:cNvSpPr/>
          <p:nvPr/>
        </p:nvSpPr>
        <p:spPr>
          <a:xfrm>
            <a:off x="3604468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90" name="object 1190"/>
          <p:cNvSpPr/>
          <p:nvPr/>
        </p:nvSpPr>
        <p:spPr>
          <a:xfrm>
            <a:off x="3556843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91" name="object 1191"/>
          <p:cNvSpPr/>
          <p:nvPr/>
        </p:nvSpPr>
        <p:spPr>
          <a:xfrm>
            <a:off x="3509218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92" name="object 1192"/>
          <p:cNvSpPr/>
          <p:nvPr/>
        </p:nvSpPr>
        <p:spPr>
          <a:xfrm>
            <a:off x="3461593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93" name="object 1193"/>
          <p:cNvSpPr/>
          <p:nvPr/>
        </p:nvSpPr>
        <p:spPr>
          <a:xfrm>
            <a:off x="341396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94" name="object 1194"/>
          <p:cNvSpPr/>
          <p:nvPr/>
        </p:nvSpPr>
        <p:spPr>
          <a:xfrm>
            <a:off x="3366343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95" name="object 1195"/>
          <p:cNvSpPr/>
          <p:nvPr/>
        </p:nvSpPr>
        <p:spPr>
          <a:xfrm>
            <a:off x="3318718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96" name="object 1196"/>
          <p:cNvSpPr/>
          <p:nvPr/>
        </p:nvSpPr>
        <p:spPr>
          <a:xfrm>
            <a:off x="3271093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97" name="object 1197"/>
          <p:cNvSpPr/>
          <p:nvPr/>
        </p:nvSpPr>
        <p:spPr>
          <a:xfrm>
            <a:off x="3223468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98" name="object 1198"/>
          <p:cNvSpPr/>
          <p:nvPr/>
        </p:nvSpPr>
        <p:spPr>
          <a:xfrm>
            <a:off x="317584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199" name="object 1199"/>
          <p:cNvSpPr/>
          <p:nvPr/>
        </p:nvSpPr>
        <p:spPr>
          <a:xfrm>
            <a:off x="3128218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00" name="object 1200"/>
          <p:cNvSpPr/>
          <p:nvPr/>
        </p:nvSpPr>
        <p:spPr>
          <a:xfrm>
            <a:off x="3080593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01" name="object 1201"/>
          <p:cNvSpPr/>
          <p:nvPr/>
        </p:nvSpPr>
        <p:spPr>
          <a:xfrm>
            <a:off x="303296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02" name="object 1202"/>
          <p:cNvSpPr/>
          <p:nvPr/>
        </p:nvSpPr>
        <p:spPr>
          <a:xfrm>
            <a:off x="2985344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03" name="object 1203"/>
          <p:cNvSpPr/>
          <p:nvPr/>
        </p:nvSpPr>
        <p:spPr>
          <a:xfrm>
            <a:off x="2937718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04" name="object 1204"/>
          <p:cNvSpPr/>
          <p:nvPr/>
        </p:nvSpPr>
        <p:spPr>
          <a:xfrm>
            <a:off x="289009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05" name="object 1205"/>
          <p:cNvSpPr/>
          <p:nvPr/>
        </p:nvSpPr>
        <p:spPr>
          <a:xfrm>
            <a:off x="2842469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06" name="object 1206"/>
          <p:cNvSpPr/>
          <p:nvPr/>
        </p:nvSpPr>
        <p:spPr>
          <a:xfrm>
            <a:off x="279484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07" name="object 1207"/>
          <p:cNvSpPr/>
          <p:nvPr/>
        </p:nvSpPr>
        <p:spPr>
          <a:xfrm>
            <a:off x="274721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08" name="object 1208"/>
          <p:cNvSpPr/>
          <p:nvPr/>
        </p:nvSpPr>
        <p:spPr>
          <a:xfrm>
            <a:off x="269959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09" name="object 1209"/>
          <p:cNvSpPr/>
          <p:nvPr/>
        </p:nvSpPr>
        <p:spPr>
          <a:xfrm>
            <a:off x="265196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10" name="object 1210"/>
          <p:cNvSpPr/>
          <p:nvPr/>
        </p:nvSpPr>
        <p:spPr>
          <a:xfrm>
            <a:off x="2604344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11" name="object 1211"/>
          <p:cNvSpPr/>
          <p:nvPr/>
        </p:nvSpPr>
        <p:spPr>
          <a:xfrm>
            <a:off x="2556719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12" name="object 1212"/>
          <p:cNvSpPr/>
          <p:nvPr/>
        </p:nvSpPr>
        <p:spPr>
          <a:xfrm>
            <a:off x="250909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13" name="object 1213"/>
          <p:cNvSpPr/>
          <p:nvPr/>
        </p:nvSpPr>
        <p:spPr>
          <a:xfrm>
            <a:off x="246146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14" name="object 1214"/>
          <p:cNvSpPr/>
          <p:nvPr/>
        </p:nvSpPr>
        <p:spPr>
          <a:xfrm>
            <a:off x="241384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15" name="object 1215"/>
          <p:cNvSpPr/>
          <p:nvPr/>
        </p:nvSpPr>
        <p:spPr>
          <a:xfrm>
            <a:off x="236621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16" name="object 1216"/>
          <p:cNvSpPr/>
          <p:nvPr/>
        </p:nvSpPr>
        <p:spPr>
          <a:xfrm>
            <a:off x="231859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17" name="object 1217"/>
          <p:cNvSpPr/>
          <p:nvPr/>
        </p:nvSpPr>
        <p:spPr>
          <a:xfrm>
            <a:off x="227096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18" name="object 1218"/>
          <p:cNvSpPr/>
          <p:nvPr/>
        </p:nvSpPr>
        <p:spPr>
          <a:xfrm>
            <a:off x="222334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19" name="object 1219"/>
          <p:cNvSpPr/>
          <p:nvPr/>
        </p:nvSpPr>
        <p:spPr>
          <a:xfrm>
            <a:off x="217571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20" name="object 1220"/>
          <p:cNvSpPr/>
          <p:nvPr/>
        </p:nvSpPr>
        <p:spPr>
          <a:xfrm>
            <a:off x="212809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21" name="object 1221"/>
          <p:cNvSpPr/>
          <p:nvPr/>
        </p:nvSpPr>
        <p:spPr>
          <a:xfrm>
            <a:off x="208046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22" name="object 1222"/>
          <p:cNvSpPr/>
          <p:nvPr/>
        </p:nvSpPr>
        <p:spPr>
          <a:xfrm>
            <a:off x="203284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23" name="object 1223"/>
          <p:cNvSpPr/>
          <p:nvPr/>
        </p:nvSpPr>
        <p:spPr>
          <a:xfrm>
            <a:off x="198521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24" name="object 1224"/>
          <p:cNvSpPr/>
          <p:nvPr/>
        </p:nvSpPr>
        <p:spPr>
          <a:xfrm>
            <a:off x="193759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25" name="object 1225"/>
          <p:cNvSpPr/>
          <p:nvPr/>
        </p:nvSpPr>
        <p:spPr>
          <a:xfrm>
            <a:off x="188996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26" name="object 1226"/>
          <p:cNvSpPr/>
          <p:nvPr/>
        </p:nvSpPr>
        <p:spPr>
          <a:xfrm>
            <a:off x="184234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27" name="object 1227"/>
          <p:cNvSpPr/>
          <p:nvPr/>
        </p:nvSpPr>
        <p:spPr>
          <a:xfrm>
            <a:off x="179471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28" name="object 1228"/>
          <p:cNvSpPr/>
          <p:nvPr/>
        </p:nvSpPr>
        <p:spPr>
          <a:xfrm>
            <a:off x="174709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29" name="object 1229"/>
          <p:cNvSpPr/>
          <p:nvPr/>
        </p:nvSpPr>
        <p:spPr>
          <a:xfrm>
            <a:off x="169946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30" name="object 1230"/>
          <p:cNvSpPr/>
          <p:nvPr/>
        </p:nvSpPr>
        <p:spPr>
          <a:xfrm>
            <a:off x="165184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31" name="object 1231"/>
          <p:cNvSpPr/>
          <p:nvPr/>
        </p:nvSpPr>
        <p:spPr>
          <a:xfrm>
            <a:off x="160421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32" name="object 1232"/>
          <p:cNvSpPr/>
          <p:nvPr/>
        </p:nvSpPr>
        <p:spPr>
          <a:xfrm>
            <a:off x="1556594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33" name="object 1233"/>
          <p:cNvSpPr/>
          <p:nvPr/>
        </p:nvSpPr>
        <p:spPr>
          <a:xfrm>
            <a:off x="150896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34" name="object 1234"/>
          <p:cNvSpPr/>
          <p:nvPr/>
        </p:nvSpPr>
        <p:spPr>
          <a:xfrm>
            <a:off x="146134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35" name="object 1235"/>
          <p:cNvSpPr/>
          <p:nvPr/>
        </p:nvSpPr>
        <p:spPr>
          <a:xfrm>
            <a:off x="141371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36" name="object 1236"/>
          <p:cNvSpPr/>
          <p:nvPr/>
        </p:nvSpPr>
        <p:spPr>
          <a:xfrm>
            <a:off x="136609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37" name="object 1237"/>
          <p:cNvSpPr/>
          <p:nvPr/>
        </p:nvSpPr>
        <p:spPr>
          <a:xfrm>
            <a:off x="131846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38" name="object 1238"/>
          <p:cNvSpPr/>
          <p:nvPr/>
        </p:nvSpPr>
        <p:spPr>
          <a:xfrm>
            <a:off x="127084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39" name="object 1239"/>
          <p:cNvSpPr/>
          <p:nvPr/>
        </p:nvSpPr>
        <p:spPr>
          <a:xfrm>
            <a:off x="122321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40" name="object 1240"/>
          <p:cNvSpPr/>
          <p:nvPr/>
        </p:nvSpPr>
        <p:spPr>
          <a:xfrm>
            <a:off x="1175594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41" name="object 1241"/>
          <p:cNvSpPr/>
          <p:nvPr/>
        </p:nvSpPr>
        <p:spPr>
          <a:xfrm>
            <a:off x="3902666" y="4133478"/>
            <a:ext cx="9525" cy="152242"/>
          </a:xfrm>
          <a:custGeom>
            <a:avLst/>
            <a:gdLst/>
            <a:ahLst/>
            <a:cxnLst/>
            <a:rect b="b" l="l" r="r" t="t"/>
            <a:pathLst>
              <a:path h="152242" w="9525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5" y="146171"/>
                </a:lnTo>
                <a:lnTo>
                  <a:pt x="9524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5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5" y="98595"/>
                </a:lnTo>
                <a:lnTo>
                  <a:pt x="9524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5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5" y="51019"/>
                </a:lnTo>
                <a:lnTo>
                  <a:pt x="9524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42" name="object 1242"/>
          <p:cNvSpPr/>
          <p:nvPr/>
        </p:nvSpPr>
        <p:spPr>
          <a:xfrm>
            <a:off x="6629738" y="4133478"/>
            <a:ext cx="9525" cy="152242"/>
          </a:xfrm>
          <a:custGeom>
            <a:avLst/>
            <a:gdLst/>
            <a:ahLst/>
            <a:cxnLst/>
            <a:rect b="b" l="l" r="r" t="t"/>
            <a:pathLst>
              <a:path h="152242" w="9525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5" y="146171"/>
                </a:lnTo>
                <a:lnTo>
                  <a:pt x="9525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5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5" y="98595"/>
                </a:lnTo>
                <a:lnTo>
                  <a:pt x="9525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5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5" y="51019"/>
                </a:lnTo>
                <a:lnTo>
                  <a:pt x="9525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43" name="object 1243"/>
          <p:cNvSpPr/>
          <p:nvPr/>
        </p:nvSpPr>
        <p:spPr>
          <a:xfrm>
            <a:off x="661729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44" name="object 1244"/>
          <p:cNvSpPr/>
          <p:nvPr/>
        </p:nvSpPr>
        <p:spPr>
          <a:xfrm>
            <a:off x="656966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45" name="object 1245"/>
          <p:cNvSpPr/>
          <p:nvPr/>
        </p:nvSpPr>
        <p:spPr>
          <a:xfrm>
            <a:off x="652204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46" name="object 1246"/>
          <p:cNvSpPr/>
          <p:nvPr/>
        </p:nvSpPr>
        <p:spPr>
          <a:xfrm>
            <a:off x="647441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47" name="object 1247"/>
          <p:cNvSpPr/>
          <p:nvPr/>
        </p:nvSpPr>
        <p:spPr>
          <a:xfrm>
            <a:off x="642679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48" name="object 1248"/>
          <p:cNvSpPr/>
          <p:nvPr/>
        </p:nvSpPr>
        <p:spPr>
          <a:xfrm>
            <a:off x="637916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49" name="object 1249"/>
          <p:cNvSpPr/>
          <p:nvPr/>
        </p:nvSpPr>
        <p:spPr>
          <a:xfrm>
            <a:off x="633154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0" name="object 1250"/>
          <p:cNvSpPr/>
          <p:nvPr/>
        </p:nvSpPr>
        <p:spPr>
          <a:xfrm>
            <a:off x="628391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1" name="object 1251"/>
          <p:cNvSpPr/>
          <p:nvPr/>
        </p:nvSpPr>
        <p:spPr>
          <a:xfrm>
            <a:off x="623629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2" name="object 1252"/>
          <p:cNvSpPr/>
          <p:nvPr/>
        </p:nvSpPr>
        <p:spPr>
          <a:xfrm>
            <a:off x="618866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3" name="object 1253"/>
          <p:cNvSpPr/>
          <p:nvPr/>
        </p:nvSpPr>
        <p:spPr>
          <a:xfrm>
            <a:off x="614104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4" name="object 1254"/>
          <p:cNvSpPr/>
          <p:nvPr/>
        </p:nvSpPr>
        <p:spPr>
          <a:xfrm>
            <a:off x="609341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5" name="object 1255"/>
          <p:cNvSpPr/>
          <p:nvPr/>
        </p:nvSpPr>
        <p:spPr>
          <a:xfrm>
            <a:off x="604579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6" name="object 1256"/>
          <p:cNvSpPr/>
          <p:nvPr/>
        </p:nvSpPr>
        <p:spPr>
          <a:xfrm>
            <a:off x="599816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7" name="object 1257"/>
          <p:cNvSpPr/>
          <p:nvPr/>
        </p:nvSpPr>
        <p:spPr>
          <a:xfrm>
            <a:off x="595054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8" name="object 1258"/>
          <p:cNvSpPr/>
          <p:nvPr/>
        </p:nvSpPr>
        <p:spPr>
          <a:xfrm>
            <a:off x="590291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9" name="object 1259"/>
          <p:cNvSpPr/>
          <p:nvPr/>
        </p:nvSpPr>
        <p:spPr>
          <a:xfrm>
            <a:off x="585529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60" name="object 1260"/>
          <p:cNvSpPr/>
          <p:nvPr/>
        </p:nvSpPr>
        <p:spPr>
          <a:xfrm>
            <a:off x="580766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61" name="object 1261"/>
          <p:cNvSpPr/>
          <p:nvPr/>
        </p:nvSpPr>
        <p:spPr>
          <a:xfrm>
            <a:off x="576004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62" name="object 1262"/>
          <p:cNvSpPr/>
          <p:nvPr/>
        </p:nvSpPr>
        <p:spPr>
          <a:xfrm>
            <a:off x="571241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63" name="object 1263"/>
          <p:cNvSpPr/>
          <p:nvPr/>
        </p:nvSpPr>
        <p:spPr>
          <a:xfrm>
            <a:off x="566479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64" name="object 1264"/>
          <p:cNvSpPr/>
          <p:nvPr/>
        </p:nvSpPr>
        <p:spPr>
          <a:xfrm>
            <a:off x="561716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65" name="object 1265"/>
          <p:cNvSpPr/>
          <p:nvPr/>
        </p:nvSpPr>
        <p:spPr>
          <a:xfrm>
            <a:off x="556954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66" name="object 1266"/>
          <p:cNvSpPr/>
          <p:nvPr/>
        </p:nvSpPr>
        <p:spPr>
          <a:xfrm>
            <a:off x="552191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67" name="object 1267"/>
          <p:cNvSpPr/>
          <p:nvPr/>
        </p:nvSpPr>
        <p:spPr>
          <a:xfrm>
            <a:off x="547429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68" name="object 1268"/>
          <p:cNvSpPr/>
          <p:nvPr/>
        </p:nvSpPr>
        <p:spPr>
          <a:xfrm>
            <a:off x="542666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69" name="object 1269"/>
          <p:cNvSpPr/>
          <p:nvPr/>
        </p:nvSpPr>
        <p:spPr>
          <a:xfrm>
            <a:off x="537904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0" name="object 1270"/>
          <p:cNvSpPr/>
          <p:nvPr/>
        </p:nvSpPr>
        <p:spPr>
          <a:xfrm>
            <a:off x="533141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1" name="object 1271"/>
          <p:cNvSpPr/>
          <p:nvPr/>
        </p:nvSpPr>
        <p:spPr>
          <a:xfrm>
            <a:off x="528379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2" name="object 1272"/>
          <p:cNvSpPr/>
          <p:nvPr/>
        </p:nvSpPr>
        <p:spPr>
          <a:xfrm>
            <a:off x="523616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3" name="object 1273"/>
          <p:cNvSpPr/>
          <p:nvPr/>
        </p:nvSpPr>
        <p:spPr>
          <a:xfrm>
            <a:off x="518854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4" name="object 1274"/>
          <p:cNvSpPr/>
          <p:nvPr/>
        </p:nvSpPr>
        <p:spPr>
          <a:xfrm>
            <a:off x="514091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5" name="object 1275"/>
          <p:cNvSpPr/>
          <p:nvPr/>
        </p:nvSpPr>
        <p:spPr>
          <a:xfrm>
            <a:off x="509329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6" name="object 1276"/>
          <p:cNvSpPr/>
          <p:nvPr/>
        </p:nvSpPr>
        <p:spPr>
          <a:xfrm>
            <a:off x="504566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7" name="object 1277"/>
          <p:cNvSpPr/>
          <p:nvPr/>
        </p:nvSpPr>
        <p:spPr>
          <a:xfrm>
            <a:off x="499804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8" name="object 1278"/>
          <p:cNvSpPr/>
          <p:nvPr/>
        </p:nvSpPr>
        <p:spPr>
          <a:xfrm>
            <a:off x="495041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79" name="object 1279"/>
          <p:cNvSpPr/>
          <p:nvPr/>
        </p:nvSpPr>
        <p:spPr>
          <a:xfrm>
            <a:off x="490279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0" name="object 1280"/>
          <p:cNvSpPr/>
          <p:nvPr/>
        </p:nvSpPr>
        <p:spPr>
          <a:xfrm>
            <a:off x="485516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1" name="object 1281"/>
          <p:cNvSpPr/>
          <p:nvPr/>
        </p:nvSpPr>
        <p:spPr>
          <a:xfrm>
            <a:off x="480754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2" name="object 1282"/>
          <p:cNvSpPr/>
          <p:nvPr/>
        </p:nvSpPr>
        <p:spPr>
          <a:xfrm>
            <a:off x="475991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3" name="object 1283"/>
          <p:cNvSpPr/>
          <p:nvPr/>
        </p:nvSpPr>
        <p:spPr>
          <a:xfrm>
            <a:off x="471229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4" name="object 1284"/>
          <p:cNvSpPr/>
          <p:nvPr/>
        </p:nvSpPr>
        <p:spPr>
          <a:xfrm>
            <a:off x="466466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5" name="object 1285"/>
          <p:cNvSpPr/>
          <p:nvPr/>
        </p:nvSpPr>
        <p:spPr>
          <a:xfrm>
            <a:off x="461704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6" name="object 1286"/>
          <p:cNvSpPr/>
          <p:nvPr/>
        </p:nvSpPr>
        <p:spPr>
          <a:xfrm>
            <a:off x="456941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7" name="object 1287"/>
          <p:cNvSpPr/>
          <p:nvPr/>
        </p:nvSpPr>
        <p:spPr>
          <a:xfrm>
            <a:off x="452179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8" name="object 1288"/>
          <p:cNvSpPr/>
          <p:nvPr/>
        </p:nvSpPr>
        <p:spPr>
          <a:xfrm>
            <a:off x="447416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89" name="object 1289"/>
          <p:cNvSpPr/>
          <p:nvPr/>
        </p:nvSpPr>
        <p:spPr>
          <a:xfrm>
            <a:off x="442654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0" name="object 1290"/>
          <p:cNvSpPr/>
          <p:nvPr/>
        </p:nvSpPr>
        <p:spPr>
          <a:xfrm>
            <a:off x="437891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1" name="object 1291"/>
          <p:cNvSpPr/>
          <p:nvPr/>
        </p:nvSpPr>
        <p:spPr>
          <a:xfrm>
            <a:off x="433129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2" name="object 1292"/>
          <p:cNvSpPr/>
          <p:nvPr/>
        </p:nvSpPr>
        <p:spPr>
          <a:xfrm>
            <a:off x="428366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3" name="object 1293"/>
          <p:cNvSpPr/>
          <p:nvPr/>
        </p:nvSpPr>
        <p:spPr>
          <a:xfrm>
            <a:off x="423604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4" name="object 1294"/>
          <p:cNvSpPr/>
          <p:nvPr/>
        </p:nvSpPr>
        <p:spPr>
          <a:xfrm>
            <a:off x="418841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5" name="object 1295"/>
          <p:cNvSpPr/>
          <p:nvPr/>
        </p:nvSpPr>
        <p:spPr>
          <a:xfrm>
            <a:off x="414079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6" name="object 1296"/>
          <p:cNvSpPr/>
          <p:nvPr/>
        </p:nvSpPr>
        <p:spPr>
          <a:xfrm>
            <a:off x="409316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7" name="object 1297"/>
          <p:cNvSpPr/>
          <p:nvPr/>
        </p:nvSpPr>
        <p:spPr>
          <a:xfrm>
            <a:off x="404554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8" name="object 1298"/>
          <p:cNvSpPr/>
          <p:nvPr/>
        </p:nvSpPr>
        <p:spPr>
          <a:xfrm>
            <a:off x="399791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99" name="object 1299"/>
          <p:cNvSpPr/>
          <p:nvPr/>
        </p:nvSpPr>
        <p:spPr>
          <a:xfrm>
            <a:off x="395029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0" name="object 1300"/>
          <p:cNvSpPr/>
          <p:nvPr/>
        </p:nvSpPr>
        <p:spPr>
          <a:xfrm>
            <a:off x="390266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1" name="object 1301"/>
          <p:cNvSpPr/>
          <p:nvPr/>
        </p:nvSpPr>
        <p:spPr>
          <a:xfrm>
            <a:off x="6629739" y="4133478"/>
            <a:ext cx="9525" cy="152242"/>
          </a:xfrm>
          <a:custGeom>
            <a:avLst/>
            <a:gdLst/>
            <a:ahLst/>
            <a:cxnLst/>
            <a:rect b="b" l="l" r="r" t="t"/>
            <a:pathLst>
              <a:path h="152242" w="9525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5" y="146171"/>
                </a:lnTo>
                <a:lnTo>
                  <a:pt x="9524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5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5" y="98595"/>
                </a:lnTo>
                <a:lnTo>
                  <a:pt x="9524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5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5" y="51019"/>
                </a:lnTo>
                <a:lnTo>
                  <a:pt x="9524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2" name="object 1302"/>
          <p:cNvSpPr/>
          <p:nvPr/>
        </p:nvSpPr>
        <p:spPr>
          <a:xfrm>
            <a:off x="9356811" y="4133478"/>
            <a:ext cx="9525" cy="152242"/>
          </a:xfrm>
          <a:custGeom>
            <a:avLst/>
            <a:gdLst/>
            <a:ahLst/>
            <a:cxnLst/>
            <a:rect b="b" l="l" r="r" t="t"/>
            <a:pathLst>
              <a:path h="152242" w="9525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5" y="146171"/>
                </a:lnTo>
                <a:lnTo>
                  <a:pt x="9525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5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5" y="98595"/>
                </a:lnTo>
                <a:lnTo>
                  <a:pt x="9525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5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5" y="51019"/>
                </a:lnTo>
                <a:lnTo>
                  <a:pt x="9525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3" name="object 1303"/>
          <p:cNvSpPr/>
          <p:nvPr/>
        </p:nvSpPr>
        <p:spPr>
          <a:xfrm>
            <a:off x="9344363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4" name="object 1304"/>
          <p:cNvSpPr/>
          <p:nvPr/>
        </p:nvSpPr>
        <p:spPr>
          <a:xfrm>
            <a:off x="9296738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5" name="object 1305"/>
          <p:cNvSpPr/>
          <p:nvPr/>
        </p:nvSpPr>
        <p:spPr>
          <a:xfrm>
            <a:off x="924911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6" name="object 1306"/>
          <p:cNvSpPr/>
          <p:nvPr/>
        </p:nvSpPr>
        <p:spPr>
          <a:xfrm>
            <a:off x="9201489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7" name="object 1307"/>
          <p:cNvSpPr/>
          <p:nvPr/>
        </p:nvSpPr>
        <p:spPr>
          <a:xfrm>
            <a:off x="9153864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8" name="object 1308"/>
          <p:cNvSpPr/>
          <p:nvPr/>
        </p:nvSpPr>
        <p:spPr>
          <a:xfrm>
            <a:off x="910623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09" name="object 1309"/>
          <p:cNvSpPr/>
          <p:nvPr/>
        </p:nvSpPr>
        <p:spPr>
          <a:xfrm>
            <a:off x="9058614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0" name="object 1310"/>
          <p:cNvSpPr/>
          <p:nvPr/>
        </p:nvSpPr>
        <p:spPr>
          <a:xfrm>
            <a:off x="9010989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1" name="object 1311"/>
          <p:cNvSpPr/>
          <p:nvPr/>
        </p:nvSpPr>
        <p:spPr>
          <a:xfrm>
            <a:off x="8963364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2" name="object 1312"/>
          <p:cNvSpPr/>
          <p:nvPr/>
        </p:nvSpPr>
        <p:spPr>
          <a:xfrm>
            <a:off x="8915739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3" name="object 1313"/>
          <p:cNvSpPr/>
          <p:nvPr/>
        </p:nvSpPr>
        <p:spPr>
          <a:xfrm>
            <a:off x="886811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4" name="object 1314"/>
          <p:cNvSpPr/>
          <p:nvPr/>
        </p:nvSpPr>
        <p:spPr>
          <a:xfrm>
            <a:off x="8820489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5" name="object 1315"/>
          <p:cNvSpPr/>
          <p:nvPr/>
        </p:nvSpPr>
        <p:spPr>
          <a:xfrm>
            <a:off x="8772864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6" name="object 1316"/>
          <p:cNvSpPr/>
          <p:nvPr/>
        </p:nvSpPr>
        <p:spPr>
          <a:xfrm>
            <a:off x="8725239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7" name="object 1317"/>
          <p:cNvSpPr/>
          <p:nvPr/>
        </p:nvSpPr>
        <p:spPr>
          <a:xfrm>
            <a:off x="8677614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8" name="object 1318"/>
          <p:cNvSpPr/>
          <p:nvPr/>
        </p:nvSpPr>
        <p:spPr>
          <a:xfrm>
            <a:off x="862998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19" name="object 1319"/>
          <p:cNvSpPr/>
          <p:nvPr/>
        </p:nvSpPr>
        <p:spPr>
          <a:xfrm>
            <a:off x="8582363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0" name="object 1320"/>
          <p:cNvSpPr/>
          <p:nvPr/>
        </p:nvSpPr>
        <p:spPr>
          <a:xfrm>
            <a:off x="8534739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1" name="object 1321"/>
          <p:cNvSpPr/>
          <p:nvPr/>
        </p:nvSpPr>
        <p:spPr>
          <a:xfrm>
            <a:off x="848711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2" name="object 1322"/>
          <p:cNvSpPr/>
          <p:nvPr/>
        </p:nvSpPr>
        <p:spPr>
          <a:xfrm>
            <a:off x="8439489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3" name="object 1323"/>
          <p:cNvSpPr/>
          <p:nvPr/>
        </p:nvSpPr>
        <p:spPr>
          <a:xfrm>
            <a:off x="8391864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4" name="object 1324"/>
          <p:cNvSpPr/>
          <p:nvPr/>
        </p:nvSpPr>
        <p:spPr>
          <a:xfrm>
            <a:off x="834423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5" name="object 1325"/>
          <p:cNvSpPr/>
          <p:nvPr/>
        </p:nvSpPr>
        <p:spPr>
          <a:xfrm>
            <a:off x="8296614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6" name="object 1326"/>
          <p:cNvSpPr/>
          <p:nvPr/>
        </p:nvSpPr>
        <p:spPr>
          <a:xfrm>
            <a:off x="824898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7" name="object 1327"/>
          <p:cNvSpPr/>
          <p:nvPr/>
        </p:nvSpPr>
        <p:spPr>
          <a:xfrm>
            <a:off x="820136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8" name="object 1328"/>
          <p:cNvSpPr/>
          <p:nvPr/>
        </p:nvSpPr>
        <p:spPr>
          <a:xfrm>
            <a:off x="815373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29" name="object 1329"/>
          <p:cNvSpPr/>
          <p:nvPr/>
        </p:nvSpPr>
        <p:spPr>
          <a:xfrm>
            <a:off x="810611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0" name="object 1330"/>
          <p:cNvSpPr/>
          <p:nvPr/>
        </p:nvSpPr>
        <p:spPr>
          <a:xfrm>
            <a:off x="8058489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1" name="object 1331"/>
          <p:cNvSpPr/>
          <p:nvPr/>
        </p:nvSpPr>
        <p:spPr>
          <a:xfrm>
            <a:off x="8010864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2" name="object 1332"/>
          <p:cNvSpPr/>
          <p:nvPr/>
        </p:nvSpPr>
        <p:spPr>
          <a:xfrm>
            <a:off x="796323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3" name="object 1333"/>
          <p:cNvSpPr/>
          <p:nvPr/>
        </p:nvSpPr>
        <p:spPr>
          <a:xfrm>
            <a:off x="791561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4" name="object 1334"/>
          <p:cNvSpPr/>
          <p:nvPr/>
        </p:nvSpPr>
        <p:spPr>
          <a:xfrm>
            <a:off x="786798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5" name="object 1335"/>
          <p:cNvSpPr/>
          <p:nvPr/>
        </p:nvSpPr>
        <p:spPr>
          <a:xfrm>
            <a:off x="782036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6" name="object 1336"/>
          <p:cNvSpPr/>
          <p:nvPr/>
        </p:nvSpPr>
        <p:spPr>
          <a:xfrm>
            <a:off x="777273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7" name="object 1337"/>
          <p:cNvSpPr/>
          <p:nvPr/>
        </p:nvSpPr>
        <p:spPr>
          <a:xfrm>
            <a:off x="772511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8" name="object 1338"/>
          <p:cNvSpPr/>
          <p:nvPr/>
        </p:nvSpPr>
        <p:spPr>
          <a:xfrm>
            <a:off x="767748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39" name="object 1339"/>
          <p:cNvSpPr/>
          <p:nvPr/>
        </p:nvSpPr>
        <p:spPr>
          <a:xfrm>
            <a:off x="762986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0" name="object 1340"/>
          <p:cNvSpPr/>
          <p:nvPr/>
        </p:nvSpPr>
        <p:spPr>
          <a:xfrm>
            <a:off x="758223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1" name="object 1341"/>
          <p:cNvSpPr/>
          <p:nvPr/>
        </p:nvSpPr>
        <p:spPr>
          <a:xfrm>
            <a:off x="753461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2" name="object 1342"/>
          <p:cNvSpPr/>
          <p:nvPr/>
        </p:nvSpPr>
        <p:spPr>
          <a:xfrm>
            <a:off x="748698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3" name="object 1343"/>
          <p:cNvSpPr/>
          <p:nvPr/>
        </p:nvSpPr>
        <p:spPr>
          <a:xfrm>
            <a:off x="743936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4" name="object 1344"/>
          <p:cNvSpPr/>
          <p:nvPr/>
        </p:nvSpPr>
        <p:spPr>
          <a:xfrm>
            <a:off x="739173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5" name="object 1345"/>
          <p:cNvSpPr/>
          <p:nvPr/>
        </p:nvSpPr>
        <p:spPr>
          <a:xfrm>
            <a:off x="734411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6" name="object 1346"/>
          <p:cNvSpPr/>
          <p:nvPr/>
        </p:nvSpPr>
        <p:spPr>
          <a:xfrm>
            <a:off x="729648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7" name="object 1347"/>
          <p:cNvSpPr/>
          <p:nvPr/>
        </p:nvSpPr>
        <p:spPr>
          <a:xfrm>
            <a:off x="724886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8" name="object 1348"/>
          <p:cNvSpPr/>
          <p:nvPr/>
        </p:nvSpPr>
        <p:spPr>
          <a:xfrm>
            <a:off x="720123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49" name="object 1349"/>
          <p:cNvSpPr/>
          <p:nvPr/>
        </p:nvSpPr>
        <p:spPr>
          <a:xfrm>
            <a:off x="715361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0" name="object 1350"/>
          <p:cNvSpPr/>
          <p:nvPr/>
        </p:nvSpPr>
        <p:spPr>
          <a:xfrm>
            <a:off x="710598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1" name="object 1351"/>
          <p:cNvSpPr/>
          <p:nvPr/>
        </p:nvSpPr>
        <p:spPr>
          <a:xfrm>
            <a:off x="705836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2" name="object 1352"/>
          <p:cNvSpPr/>
          <p:nvPr/>
        </p:nvSpPr>
        <p:spPr>
          <a:xfrm>
            <a:off x="7010739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3" name="object 1353"/>
          <p:cNvSpPr/>
          <p:nvPr/>
        </p:nvSpPr>
        <p:spPr>
          <a:xfrm>
            <a:off x="696311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4" name="object 1354"/>
          <p:cNvSpPr/>
          <p:nvPr/>
        </p:nvSpPr>
        <p:spPr>
          <a:xfrm>
            <a:off x="691548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5" name="object 1355"/>
          <p:cNvSpPr/>
          <p:nvPr/>
        </p:nvSpPr>
        <p:spPr>
          <a:xfrm>
            <a:off x="686786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6" name="object 1356"/>
          <p:cNvSpPr/>
          <p:nvPr/>
        </p:nvSpPr>
        <p:spPr>
          <a:xfrm>
            <a:off x="682023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7" name="object 1357"/>
          <p:cNvSpPr/>
          <p:nvPr/>
        </p:nvSpPr>
        <p:spPr>
          <a:xfrm>
            <a:off x="677261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8" name="object 1358"/>
          <p:cNvSpPr/>
          <p:nvPr/>
        </p:nvSpPr>
        <p:spPr>
          <a:xfrm>
            <a:off x="6724989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59" name="object 1359"/>
          <p:cNvSpPr/>
          <p:nvPr/>
        </p:nvSpPr>
        <p:spPr>
          <a:xfrm>
            <a:off x="6677364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0" name="object 1360"/>
          <p:cNvSpPr/>
          <p:nvPr/>
        </p:nvSpPr>
        <p:spPr>
          <a:xfrm>
            <a:off x="6629739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1" name="object 1361"/>
          <p:cNvSpPr/>
          <p:nvPr/>
        </p:nvSpPr>
        <p:spPr>
          <a:xfrm>
            <a:off x="9356811" y="4133478"/>
            <a:ext cx="9524" cy="152242"/>
          </a:xfrm>
          <a:custGeom>
            <a:avLst/>
            <a:gdLst/>
            <a:ahLst/>
            <a:cxnLst/>
            <a:rect b="b" l="l" r="r" t="t"/>
            <a:pathLst>
              <a:path h="152242" w="9524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4" y="146171"/>
                </a:lnTo>
                <a:lnTo>
                  <a:pt x="9524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4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4" y="98595"/>
                </a:lnTo>
                <a:lnTo>
                  <a:pt x="9524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4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4" y="51019"/>
                </a:lnTo>
                <a:lnTo>
                  <a:pt x="9524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2" name="object 1362"/>
          <p:cNvSpPr/>
          <p:nvPr/>
        </p:nvSpPr>
        <p:spPr>
          <a:xfrm>
            <a:off x="10265835" y="4133478"/>
            <a:ext cx="9524" cy="152242"/>
          </a:xfrm>
          <a:custGeom>
            <a:avLst/>
            <a:gdLst/>
            <a:ahLst/>
            <a:cxnLst/>
            <a:rect b="b" l="l" r="r" t="t"/>
            <a:pathLst>
              <a:path h="152242" w="9524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4" y="146171"/>
                </a:lnTo>
                <a:lnTo>
                  <a:pt x="9524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4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4" y="98595"/>
                </a:lnTo>
                <a:lnTo>
                  <a:pt x="9524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4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4" y="51019"/>
                </a:lnTo>
                <a:lnTo>
                  <a:pt x="9524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3" name="object 1363"/>
          <p:cNvSpPr/>
          <p:nvPr/>
        </p:nvSpPr>
        <p:spPr>
          <a:xfrm>
            <a:off x="1026168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4" name="object 1364"/>
          <p:cNvSpPr/>
          <p:nvPr/>
        </p:nvSpPr>
        <p:spPr>
          <a:xfrm>
            <a:off x="1021406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5" name="object 1365"/>
          <p:cNvSpPr/>
          <p:nvPr/>
        </p:nvSpPr>
        <p:spPr>
          <a:xfrm>
            <a:off x="1016643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6" name="object 1366"/>
          <p:cNvSpPr/>
          <p:nvPr/>
        </p:nvSpPr>
        <p:spPr>
          <a:xfrm>
            <a:off x="1011881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7" name="object 1367"/>
          <p:cNvSpPr/>
          <p:nvPr/>
        </p:nvSpPr>
        <p:spPr>
          <a:xfrm>
            <a:off x="1007118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8" name="object 1368"/>
          <p:cNvSpPr/>
          <p:nvPr/>
        </p:nvSpPr>
        <p:spPr>
          <a:xfrm>
            <a:off x="1002356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69" name="object 1369"/>
          <p:cNvSpPr/>
          <p:nvPr/>
        </p:nvSpPr>
        <p:spPr>
          <a:xfrm>
            <a:off x="997593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0" name="object 1370"/>
          <p:cNvSpPr/>
          <p:nvPr/>
        </p:nvSpPr>
        <p:spPr>
          <a:xfrm>
            <a:off x="992831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1" name="object 1371"/>
          <p:cNvSpPr/>
          <p:nvPr/>
        </p:nvSpPr>
        <p:spPr>
          <a:xfrm>
            <a:off x="9880686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2" name="object 1372"/>
          <p:cNvSpPr/>
          <p:nvPr/>
        </p:nvSpPr>
        <p:spPr>
          <a:xfrm>
            <a:off x="983306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3" name="object 1373"/>
          <p:cNvSpPr/>
          <p:nvPr/>
        </p:nvSpPr>
        <p:spPr>
          <a:xfrm>
            <a:off x="978543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4" name="object 1374"/>
          <p:cNvSpPr/>
          <p:nvPr/>
        </p:nvSpPr>
        <p:spPr>
          <a:xfrm>
            <a:off x="9737811" y="4091612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5" name="object 1375"/>
          <p:cNvSpPr/>
          <p:nvPr/>
        </p:nvSpPr>
        <p:spPr>
          <a:xfrm>
            <a:off x="969018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6" name="object 1376"/>
          <p:cNvSpPr/>
          <p:nvPr/>
        </p:nvSpPr>
        <p:spPr>
          <a:xfrm>
            <a:off x="964256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7" name="object 1377"/>
          <p:cNvSpPr/>
          <p:nvPr/>
        </p:nvSpPr>
        <p:spPr>
          <a:xfrm>
            <a:off x="959493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8" name="object 1378"/>
          <p:cNvSpPr/>
          <p:nvPr/>
        </p:nvSpPr>
        <p:spPr>
          <a:xfrm>
            <a:off x="954731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79" name="object 1379"/>
          <p:cNvSpPr/>
          <p:nvPr/>
        </p:nvSpPr>
        <p:spPr>
          <a:xfrm>
            <a:off x="949968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0" name="object 1380"/>
          <p:cNvSpPr/>
          <p:nvPr/>
        </p:nvSpPr>
        <p:spPr>
          <a:xfrm>
            <a:off x="945206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1" name="object 1381"/>
          <p:cNvSpPr/>
          <p:nvPr/>
        </p:nvSpPr>
        <p:spPr>
          <a:xfrm>
            <a:off x="9404436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2" name="object 1382"/>
          <p:cNvSpPr/>
          <p:nvPr/>
        </p:nvSpPr>
        <p:spPr>
          <a:xfrm>
            <a:off x="9356811" y="4091612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3" name="object 1383"/>
          <p:cNvSpPr/>
          <p:nvPr/>
        </p:nvSpPr>
        <p:spPr>
          <a:xfrm>
            <a:off x="1175594" y="4318072"/>
            <a:ext cx="9525" cy="152242"/>
          </a:xfrm>
          <a:custGeom>
            <a:avLst/>
            <a:gdLst/>
            <a:ahLst/>
            <a:cxnLst/>
            <a:rect b="b" l="l" r="r" t="t"/>
            <a:pathLst>
              <a:path h="152242" w="9525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5" y="146171"/>
                </a:lnTo>
                <a:lnTo>
                  <a:pt x="9524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5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5" y="98595"/>
                </a:lnTo>
                <a:lnTo>
                  <a:pt x="9524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5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5" y="51019"/>
                </a:lnTo>
                <a:lnTo>
                  <a:pt x="9524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4" name="object 1384"/>
          <p:cNvSpPr/>
          <p:nvPr/>
        </p:nvSpPr>
        <p:spPr>
          <a:xfrm>
            <a:off x="3902666" y="4318072"/>
            <a:ext cx="9525" cy="152242"/>
          </a:xfrm>
          <a:custGeom>
            <a:avLst/>
            <a:gdLst/>
            <a:ahLst/>
            <a:cxnLst/>
            <a:rect b="b" l="l" r="r" t="t"/>
            <a:pathLst>
              <a:path h="152242" w="9525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5" y="146171"/>
                </a:lnTo>
                <a:lnTo>
                  <a:pt x="9525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5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5" y="98595"/>
                </a:lnTo>
                <a:lnTo>
                  <a:pt x="9525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5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5" y="51019"/>
                </a:lnTo>
                <a:lnTo>
                  <a:pt x="9525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5" name="object 1385"/>
          <p:cNvSpPr/>
          <p:nvPr/>
        </p:nvSpPr>
        <p:spPr>
          <a:xfrm>
            <a:off x="3890218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6" name="object 1386"/>
          <p:cNvSpPr/>
          <p:nvPr/>
        </p:nvSpPr>
        <p:spPr>
          <a:xfrm>
            <a:off x="3842593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7" name="object 1387"/>
          <p:cNvSpPr/>
          <p:nvPr/>
        </p:nvSpPr>
        <p:spPr>
          <a:xfrm>
            <a:off x="3794968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8" name="object 1388"/>
          <p:cNvSpPr/>
          <p:nvPr/>
        </p:nvSpPr>
        <p:spPr>
          <a:xfrm>
            <a:off x="3747343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89" name="object 1389"/>
          <p:cNvSpPr/>
          <p:nvPr/>
        </p:nvSpPr>
        <p:spPr>
          <a:xfrm>
            <a:off x="3699718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0" name="object 1390"/>
          <p:cNvSpPr/>
          <p:nvPr/>
        </p:nvSpPr>
        <p:spPr>
          <a:xfrm>
            <a:off x="3652093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1" name="object 1391"/>
          <p:cNvSpPr/>
          <p:nvPr/>
        </p:nvSpPr>
        <p:spPr>
          <a:xfrm>
            <a:off x="3604468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2" name="object 1392"/>
          <p:cNvSpPr/>
          <p:nvPr/>
        </p:nvSpPr>
        <p:spPr>
          <a:xfrm>
            <a:off x="3556843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3" name="object 1393"/>
          <p:cNvSpPr/>
          <p:nvPr/>
        </p:nvSpPr>
        <p:spPr>
          <a:xfrm>
            <a:off x="3509218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4" name="object 1394"/>
          <p:cNvSpPr/>
          <p:nvPr/>
        </p:nvSpPr>
        <p:spPr>
          <a:xfrm>
            <a:off x="3461593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5" name="object 1395"/>
          <p:cNvSpPr/>
          <p:nvPr/>
        </p:nvSpPr>
        <p:spPr>
          <a:xfrm>
            <a:off x="341396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6" name="object 1396"/>
          <p:cNvSpPr/>
          <p:nvPr/>
        </p:nvSpPr>
        <p:spPr>
          <a:xfrm>
            <a:off x="3366343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7" name="object 1397"/>
          <p:cNvSpPr/>
          <p:nvPr/>
        </p:nvSpPr>
        <p:spPr>
          <a:xfrm>
            <a:off x="3318718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8" name="object 1398"/>
          <p:cNvSpPr/>
          <p:nvPr/>
        </p:nvSpPr>
        <p:spPr>
          <a:xfrm>
            <a:off x="3271093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399" name="object 1399"/>
          <p:cNvSpPr/>
          <p:nvPr/>
        </p:nvSpPr>
        <p:spPr>
          <a:xfrm>
            <a:off x="3223468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0" name="object 1400"/>
          <p:cNvSpPr/>
          <p:nvPr/>
        </p:nvSpPr>
        <p:spPr>
          <a:xfrm>
            <a:off x="317584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1" name="object 1401"/>
          <p:cNvSpPr/>
          <p:nvPr/>
        </p:nvSpPr>
        <p:spPr>
          <a:xfrm>
            <a:off x="3128218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2" name="object 1402"/>
          <p:cNvSpPr/>
          <p:nvPr/>
        </p:nvSpPr>
        <p:spPr>
          <a:xfrm>
            <a:off x="3080593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3" name="object 1403"/>
          <p:cNvSpPr/>
          <p:nvPr/>
        </p:nvSpPr>
        <p:spPr>
          <a:xfrm>
            <a:off x="303296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4" name="object 1404"/>
          <p:cNvSpPr/>
          <p:nvPr/>
        </p:nvSpPr>
        <p:spPr>
          <a:xfrm>
            <a:off x="2985344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5" name="object 1405"/>
          <p:cNvSpPr/>
          <p:nvPr/>
        </p:nvSpPr>
        <p:spPr>
          <a:xfrm>
            <a:off x="2937718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6" name="object 1406"/>
          <p:cNvSpPr/>
          <p:nvPr/>
        </p:nvSpPr>
        <p:spPr>
          <a:xfrm>
            <a:off x="289009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7" name="object 1407"/>
          <p:cNvSpPr/>
          <p:nvPr/>
        </p:nvSpPr>
        <p:spPr>
          <a:xfrm>
            <a:off x="2842469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8" name="object 1408"/>
          <p:cNvSpPr/>
          <p:nvPr/>
        </p:nvSpPr>
        <p:spPr>
          <a:xfrm>
            <a:off x="279484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09" name="object 1409"/>
          <p:cNvSpPr/>
          <p:nvPr/>
        </p:nvSpPr>
        <p:spPr>
          <a:xfrm>
            <a:off x="274721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0" name="object 1410"/>
          <p:cNvSpPr/>
          <p:nvPr/>
        </p:nvSpPr>
        <p:spPr>
          <a:xfrm>
            <a:off x="269959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1" name="object 1411"/>
          <p:cNvSpPr/>
          <p:nvPr/>
        </p:nvSpPr>
        <p:spPr>
          <a:xfrm>
            <a:off x="265196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2" name="object 1412"/>
          <p:cNvSpPr/>
          <p:nvPr/>
        </p:nvSpPr>
        <p:spPr>
          <a:xfrm>
            <a:off x="2604344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3" name="object 1413"/>
          <p:cNvSpPr/>
          <p:nvPr/>
        </p:nvSpPr>
        <p:spPr>
          <a:xfrm>
            <a:off x="2556719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4" name="object 1414"/>
          <p:cNvSpPr/>
          <p:nvPr/>
        </p:nvSpPr>
        <p:spPr>
          <a:xfrm>
            <a:off x="250909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5" name="object 1415"/>
          <p:cNvSpPr/>
          <p:nvPr/>
        </p:nvSpPr>
        <p:spPr>
          <a:xfrm>
            <a:off x="246146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6" name="object 1416"/>
          <p:cNvSpPr/>
          <p:nvPr/>
        </p:nvSpPr>
        <p:spPr>
          <a:xfrm>
            <a:off x="241384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7" name="object 1417"/>
          <p:cNvSpPr/>
          <p:nvPr/>
        </p:nvSpPr>
        <p:spPr>
          <a:xfrm>
            <a:off x="236621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8" name="object 1418"/>
          <p:cNvSpPr/>
          <p:nvPr/>
        </p:nvSpPr>
        <p:spPr>
          <a:xfrm>
            <a:off x="231859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19" name="object 1419"/>
          <p:cNvSpPr/>
          <p:nvPr/>
        </p:nvSpPr>
        <p:spPr>
          <a:xfrm>
            <a:off x="227096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0" name="object 1420"/>
          <p:cNvSpPr/>
          <p:nvPr/>
        </p:nvSpPr>
        <p:spPr>
          <a:xfrm>
            <a:off x="222334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1" name="object 1421"/>
          <p:cNvSpPr/>
          <p:nvPr/>
        </p:nvSpPr>
        <p:spPr>
          <a:xfrm>
            <a:off x="217571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2" name="object 1422"/>
          <p:cNvSpPr/>
          <p:nvPr/>
        </p:nvSpPr>
        <p:spPr>
          <a:xfrm>
            <a:off x="212809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3" name="object 1423"/>
          <p:cNvSpPr/>
          <p:nvPr/>
        </p:nvSpPr>
        <p:spPr>
          <a:xfrm>
            <a:off x="208046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4" name="object 1424"/>
          <p:cNvSpPr/>
          <p:nvPr/>
        </p:nvSpPr>
        <p:spPr>
          <a:xfrm>
            <a:off x="203284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5" name="object 1425"/>
          <p:cNvSpPr/>
          <p:nvPr/>
        </p:nvSpPr>
        <p:spPr>
          <a:xfrm>
            <a:off x="198521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6" name="object 1426"/>
          <p:cNvSpPr/>
          <p:nvPr/>
        </p:nvSpPr>
        <p:spPr>
          <a:xfrm>
            <a:off x="193759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7" name="object 1427"/>
          <p:cNvSpPr/>
          <p:nvPr/>
        </p:nvSpPr>
        <p:spPr>
          <a:xfrm>
            <a:off x="188996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8" name="object 1428"/>
          <p:cNvSpPr/>
          <p:nvPr/>
        </p:nvSpPr>
        <p:spPr>
          <a:xfrm>
            <a:off x="184234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29" name="object 1429"/>
          <p:cNvSpPr/>
          <p:nvPr/>
        </p:nvSpPr>
        <p:spPr>
          <a:xfrm>
            <a:off x="179471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0" name="object 1430"/>
          <p:cNvSpPr/>
          <p:nvPr/>
        </p:nvSpPr>
        <p:spPr>
          <a:xfrm>
            <a:off x="174709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1" name="object 1431"/>
          <p:cNvSpPr/>
          <p:nvPr/>
        </p:nvSpPr>
        <p:spPr>
          <a:xfrm>
            <a:off x="169946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2" name="object 1432"/>
          <p:cNvSpPr/>
          <p:nvPr/>
        </p:nvSpPr>
        <p:spPr>
          <a:xfrm>
            <a:off x="165184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3" name="object 1433"/>
          <p:cNvSpPr/>
          <p:nvPr/>
        </p:nvSpPr>
        <p:spPr>
          <a:xfrm>
            <a:off x="160421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4" name="object 1434"/>
          <p:cNvSpPr/>
          <p:nvPr/>
        </p:nvSpPr>
        <p:spPr>
          <a:xfrm>
            <a:off x="1556594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5" name="object 1435"/>
          <p:cNvSpPr/>
          <p:nvPr/>
        </p:nvSpPr>
        <p:spPr>
          <a:xfrm>
            <a:off x="150896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6" name="object 1436"/>
          <p:cNvSpPr/>
          <p:nvPr/>
        </p:nvSpPr>
        <p:spPr>
          <a:xfrm>
            <a:off x="146134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7" name="object 1437"/>
          <p:cNvSpPr/>
          <p:nvPr/>
        </p:nvSpPr>
        <p:spPr>
          <a:xfrm>
            <a:off x="141371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8" name="object 1438"/>
          <p:cNvSpPr/>
          <p:nvPr/>
        </p:nvSpPr>
        <p:spPr>
          <a:xfrm>
            <a:off x="136609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39" name="object 1439"/>
          <p:cNvSpPr/>
          <p:nvPr/>
        </p:nvSpPr>
        <p:spPr>
          <a:xfrm>
            <a:off x="131846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0" name="object 1440"/>
          <p:cNvSpPr/>
          <p:nvPr/>
        </p:nvSpPr>
        <p:spPr>
          <a:xfrm>
            <a:off x="127084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1" name="object 1441"/>
          <p:cNvSpPr/>
          <p:nvPr/>
        </p:nvSpPr>
        <p:spPr>
          <a:xfrm>
            <a:off x="122321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2" name="object 1442"/>
          <p:cNvSpPr/>
          <p:nvPr/>
        </p:nvSpPr>
        <p:spPr>
          <a:xfrm>
            <a:off x="1175594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3" name="object 1443"/>
          <p:cNvSpPr/>
          <p:nvPr/>
        </p:nvSpPr>
        <p:spPr>
          <a:xfrm>
            <a:off x="3902666" y="4318072"/>
            <a:ext cx="9525" cy="152242"/>
          </a:xfrm>
          <a:custGeom>
            <a:avLst/>
            <a:gdLst/>
            <a:ahLst/>
            <a:cxnLst/>
            <a:rect b="b" l="l" r="r" t="t"/>
            <a:pathLst>
              <a:path h="152242" w="9525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5" y="146171"/>
                </a:lnTo>
                <a:lnTo>
                  <a:pt x="9524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5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5" y="98595"/>
                </a:lnTo>
                <a:lnTo>
                  <a:pt x="9524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5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5" y="51019"/>
                </a:lnTo>
                <a:lnTo>
                  <a:pt x="9524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4" name="object 1444"/>
          <p:cNvSpPr/>
          <p:nvPr/>
        </p:nvSpPr>
        <p:spPr>
          <a:xfrm>
            <a:off x="6629738" y="4318072"/>
            <a:ext cx="9525" cy="152242"/>
          </a:xfrm>
          <a:custGeom>
            <a:avLst/>
            <a:gdLst/>
            <a:ahLst/>
            <a:cxnLst/>
            <a:rect b="b" l="l" r="r" t="t"/>
            <a:pathLst>
              <a:path h="152242" w="9525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5" y="146171"/>
                </a:lnTo>
                <a:lnTo>
                  <a:pt x="9525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5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5" y="98595"/>
                </a:lnTo>
                <a:lnTo>
                  <a:pt x="9525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5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5" y="51019"/>
                </a:lnTo>
                <a:lnTo>
                  <a:pt x="9525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5" name="object 1445"/>
          <p:cNvSpPr/>
          <p:nvPr/>
        </p:nvSpPr>
        <p:spPr>
          <a:xfrm>
            <a:off x="661729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6" name="object 1446"/>
          <p:cNvSpPr/>
          <p:nvPr/>
        </p:nvSpPr>
        <p:spPr>
          <a:xfrm>
            <a:off x="656966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7" name="object 1447"/>
          <p:cNvSpPr/>
          <p:nvPr/>
        </p:nvSpPr>
        <p:spPr>
          <a:xfrm>
            <a:off x="652204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8" name="object 1448"/>
          <p:cNvSpPr/>
          <p:nvPr/>
        </p:nvSpPr>
        <p:spPr>
          <a:xfrm>
            <a:off x="647441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49" name="object 1449"/>
          <p:cNvSpPr/>
          <p:nvPr/>
        </p:nvSpPr>
        <p:spPr>
          <a:xfrm>
            <a:off x="642679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0" name="object 1450"/>
          <p:cNvSpPr/>
          <p:nvPr/>
        </p:nvSpPr>
        <p:spPr>
          <a:xfrm>
            <a:off x="637916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1" name="object 1451"/>
          <p:cNvSpPr/>
          <p:nvPr/>
        </p:nvSpPr>
        <p:spPr>
          <a:xfrm>
            <a:off x="633154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2" name="object 1452"/>
          <p:cNvSpPr/>
          <p:nvPr/>
        </p:nvSpPr>
        <p:spPr>
          <a:xfrm>
            <a:off x="628391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3" name="object 1453"/>
          <p:cNvSpPr/>
          <p:nvPr/>
        </p:nvSpPr>
        <p:spPr>
          <a:xfrm>
            <a:off x="623629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4" name="object 1454"/>
          <p:cNvSpPr/>
          <p:nvPr/>
        </p:nvSpPr>
        <p:spPr>
          <a:xfrm>
            <a:off x="618866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5" name="object 1455"/>
          <p:cNvSpPr/>
          <p:nvPr/>
        </p:nvSpPr>
        <p:spPr>
          <a:xfrm>
            <a:off x="614104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6" name="object 1456"/>
          <p:cNvSpPr/>
          <p:nvPr/>
        </p:nvSpPr>
        <p:spPr>
          <a:xfrm>
            <a:off x="609341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7" name="object 1457"/>
          <p:cNvSpPr/>
          <p:nvPr/>
        </p:nvSpPr>
        <p:spPr>
          <a:xfrm>
            <a:off x="604579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8" name="object 1458"/>
          <p:cNvSpPr/>
          <p:nvPr/>
        </p:nvSpPr>
        <p:spPr>
          <a:xfrm>
            <a:off x="599816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59" name="object 1459"/>
          <p:cNvSpPr/>
          <p:nvPr/>
        </p:nvSpPr>
        <p:spPr>
          <a:xfrm>
            <a:off x="595054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0" name="object 1460"/>
          <p:cNvSpPr/>
          <p:nvPr/>
        </p:nvSpPr>
        <p:spPr>
          <a:xfrm>
            <a:off x="590291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1" name="object 1461"/>
          <p:cNvSpPr/>
          <p:nvPr/>
        </p:nvSpPr>
        <p:spPr>
          <a:xfrm>
            <a:off x="585529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2" name="object 1462"/>
          <p:cNvSpPr/>
          <p:nvPr/>
        </p:nvSpPr>
        <p:spPr>
          <a:xfrm>
            <a:off x="580766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3" name="object 1463"/>
          <p:cNvSpPr/>
          <p:nvPr/>
        </p:nvSpPr>
        <p:spPr>
          <a:xfrm>
            <a:off x="576004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4" name="object 1464"/>
          <p:cNvSpPr/>
          <p:nvPr/>
        </p:nvSpPr>
        <p:spPr>
          <a:xfrm>
            <a:off x="571241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5" name="object 1465"/>
          <p:cNvSpPr/>
          <p:nvPr/>
        </p:nvSpPr>
        <p:spPr>
          <a:xfrm>
            <a:off x="566479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6" name="object 1466"/>
          <p:cNvSpPr/>
          <p:nvPr/>
        </p:nvSpPr>
        <p:spPr>
          <a:xfrm>
            <a:off x="561716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7" name="object 1467"/>
          <p:cNvSpPr/>
          <p:nvPr/>
        </p:nvSpPr>
        <p:spPr>
          <a:xfrm>
            <a:off x="556954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8" name="object 1468"/>
          <p:cNvSpPr/>
          <p:nvPr/>
        </p:nvSpPr>
        <p:spPr>
          <a:xfrm>
            <a:off x="552191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69" name="object 1469"/>
          <p:cNvSpPr/>
          <p:nvPr/>
        </p:nvSpPr>
        <p:spPr>
          <a:xfrm>
            <a:off x="547429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0" name="object 1470"/>
          <p:cNvSpPr/>
          <p:nvPr/>
        </p:nvSpPr>
        <p:spPr>
          <a:xfrm>
            <a:off x="542666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1" name="object 1471"/>
          <p:cNvSpPr/>
          <p:nvPr/>
        </p:nvSpPr>
        <p:spPr>
          <a:xfrm>
            <a:off x="537904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2" name="object 1472"/>
          <p:cNvSpPr/>
          <p:nvPr/>
        </p:nvSpPr>
        <p:spPr>
          <a:xfrm>
            <a:off x="533141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3" name="object 1473"/>
          <p:cNvSpPr/>
          <p:nvPr/>
        </p:nvSpPr>
        <p:spPr>
          <a:xfrm>
            <a:off x="528379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4" name="object 1474"/>
          <p:cNvSpPr/>
          <p:nvPr/>
        </p:nvSpPr>
        <p:spPr>
          <a:xfrm>
            <a:off x="523616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5" name="object 1475"/>
          <p:cNvSpPr/>
          <p:nvPr/>
        </p:nvSpPr>
        <p:spPr>
          <a:xfrm>
            <a:off x="518854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6" name="object 1476"/>
          <p:cNvSpPr/>
          <p:nvPr/>
        </p:nvSpPr>
        <p:spPr>
          <a:xfrm>
            <a:off x="514091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7" name="object 1477"/>
          <p:cNvSpPr/>
          <p:nvPr/>
        </p:nvSpPr>
        <p:spPr>
          <a:xfrm>
            <a:off x="509329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8" name="object 1478"/>
          <p:cNvSpPr/>
          <p:nvPr/>
        </p:nvSpPr>
        <p:spPr>
          <a:xfrm>
            <a:off x="504566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79" name="object 1479"/>
          <p:cNvSpPr/>
          <p:nvPr/>
        </p:nvSpPr>
        <p:spPr>
          <a:xfrm>
            <a:off x="499804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0" name="object 1480"/>
          <p:cNvSpPr/>
          <p:nvPr/>
        </p:nvSpPr>
        <p:spPr>
          <a:xfrm>
            <a:off x="495041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1" name="object 1481"/>
          <p:cNvSpPr/>
          <p:nvPr/>
        </p:nvSpPr>
        <p:spPr>
          <a:xfrm>
            <a:off x="490279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2" name="object 1482"/>
          <p:cNvSpPr/>
          <p:nvPr/>
        </p:nvSpPr>
        <p:spPr>
          <a:xfrm>
            <a:off x="485516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3" name="object 1483"/>
          <p:cNvSpPr/>
          <p:nvPr/>
        </p:nvSpPr>
        <p:spPr>
          <a:xfrm>
            <a:off x="480754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4" name="object 1484"/>
          <p:cNvSpPr/>
          <p:nvPr/>
        </p:nvSpPr>
        <p:spPr>
          <a:xfrm>
            <a:off x="475991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5" name="object 1485"/>
          <p:cNvSpPr/>
          <p:nvPr/>
        </p:nvSpPr>
        <p:spPr>
          <a:xfrm>
            <a:off x="471229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6" name="object 1486"/>
          <p:cNvSpPr/>
          <p:nvPr/>
        </p:nvSpPr>
        <p:spPr>
          <a:xfrm>
            <a:off x="466466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7" name="object 1487"/>
          <p:cNvSpPr/>
          <p:nvPr/>
        </p:nvSpPr>
        <p:spPr>
          <a:xfrm>
            <a:off x="461704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8" name="object 1488"/>
          <p:cNvSpPr/>
          <p:nvPr/>
        </p:nvSpPr>
        <p:spPr>
          <a:xfrm>
            <a:off x="456941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89" name="object 1489"/>
          <p:cNvSpPr/>
          <p:nvPr/>
        </p:nvSpPr>
        <p:spPr>
          <a:xfrm>
            <a:off x="452179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0" name="object 1490"/>
          <p:cNvSpPr/>
          <p:nvPr/>
        </p:nvSpPr>
        <p:spPr>
          <a:xfrm>
            <a:off x="447416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1" name="object 1491"/>
          <p:cNvSpPr/>
          <p:nvPr/>
        </p:nvSpPr>
        <p:spPr>
          <a:xfrm>
            <a:off x="442654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2" name="object 1492"/>
          <p:cNvSpPr/>
          <p:nvPr/>
        </p:nvSpPr>
        <p:spPr>
          <a:xfrm>
            <a:off x="437891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3" name="object 1493"/>
          <p:cNvSpPr/>
          <p:nvPr/>
        </p:nvSpPr>
        <p:spPr>
          <a:xfrm>
            <a:off x="433129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4" name="object 1494"/>
          <p:cNvSpPr/>
          <p:nvPr/>
        </p:nvSpPr>
        <p:spPr>
          <a:xfrm>
            <a:off x="428366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5" name="object 1495"/>
          <p:cNvSpPr/>
          <p:nvPr/>
        </p:nvSpPr>
        <p:spPr>
          <a:xfrm>
            <a:off x="423604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6" name="object 1496"/>
          <p:cNvSpPr/>
          <p:nvPr/>
        </p:nvSpPr>
        <p:spPr>
          <a:xfrm>
            <a:off x="418841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7" name="object 1497"/>
          <p:cNvSpPr/>
          <p:nvPr/>
        </p:nvSpPr>
        <p:spPr>
          <a:xfrm>
            <a:off x="414079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8" name="object 1498"/>
          <p:cNvSpPr/>
          <p:nvPr/>
        </p:nvSpPr>
        <p:spPr>
          <a:xfrm>
            <a:off x="409316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499" name="object 1499"/>
          <p:cNvSpPr/>
          <p:nvPr/>
        </p:nvSpPr>
        <p:spPr>
          <a:xfrm>
            <a:off x="404554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0" name="object 1500"/>
          <p:cNvSpPr/>
          <p:nvPr/>
        </p:nvSpPr>
        <p:spPr>
          <a:xfrm>
            <a:off x="399791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1" name="object 1501"/>
          <p:cNvSpPr/>
          <p:nvPr/>
        </p:nvSpPr>
        <p:spPr>
          <a:xfrm>
            <a:off x="395029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2" name="object 1502"/>
          <p:cNvSpPr/>
          <p:nvPr/>
        </p:nvSpPr>
        <p:spPr>
          <a:xfrm>
            <a:off x="390266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3" name="object 1503"/>
          <p:cNvSpPr/>
          <p:nvPr/>
        </p:nvSpPr>
        <p:spPr>
          <a:xfrm>
            <a:off x="6629739" y="4318072"/>
            <a:ext cx="9525" cy="152242"/>
          </a:xfrm>
          <a:custGeom>
            <a:avLst/>
            <a:gdLst/>
            <a:ahLst/>
            <a:cxnLst/>
            <a:rect b="b" l="l" r="r" t="t"/>
            <a:pathLst>
              <a:path h="152242" w="9525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5" y="146171"/>
                </a:lnTo>
                <a:lnTo>
                  <a:pt x="9524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5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5" y="98595"/>
                </a:lnTo>
                <a:lnTo>
                  <a:pt x="9524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5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5" y="51019"/>
                </a:lnTo>
                <a:lnTo>
                  <a:pt x="9524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4" name="object 1504"/>
          <p:cNvSpPr/>
          <p:nvPr/>
        </p:nvSpPr>
        <p:spPr>
          <a:xfrm>
            <a:off x="9356811" y="4318072"/>
            <a:ext cx="9525" cy="152242"/>
          </a:xfrm>
          <a:custGeom>
            <a:avLst/>
            <a:gdLst/>
            <a:ahLst/>
            <a:cxnLst/>
            <a:rect b="b" l="l" r="r" t="t"/>
            <a:pathLst>
              <a:path h="152242" w="9525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5" y="146171"/>
                </a:lnTo>
                <a:lnTo>
                  <a:pt x="9525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5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5" y="98595"/>
                </a:lnTo>
                <a:lnTo>
                  <a:pt x="9525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5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5" y="51019"/>
                </a:lnTo>
                <a:lnTo>
                  <a:pt x="9525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5" name="object 1505"/>
          <p:cNvSpPr/>
          <p:nvPr/>
        </p:nvSpPr>
        <p:spPr>
          <a:xfrm>
            <a:off x="9344363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6" name="object 1506"/>
          <p:cNvSpPr/>
          <p:nvPr/>
        </p:nvSpPr>
        <p:spPr>
          <a:xfrm>
            <a:off x="9296738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7" name="object 1507"/>
          <p:cNvSpPr/>
          <p:nvPr/>
        </p:nvSpPr>
        <p:spPr>
          <a:xfrm>
            <a:off x="924911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8" name="object 1508"/>
          <p:cNvSpPr/>
          <p:nvPr/>
        </p:nvSpPr>
        <p:spPr>
          <a:xfrm>
            <a:off x="9201489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09" name="object 1509"/>
          <p:cNvSpPr/>
          <p:nvPr/>
        </p:nvSpPr>
        <p:spPr>
          <a:xfrm>
            <a:off x="9153864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0" name="object 1510"/>
          <p:cNvSpPr/>
          <p:nvPr/>
        </p:nvSpPr>
        <p:spPr>
          <a:xfrm>
            <a:off x="910623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1" name="object 1511"/>
          <p:cNvSpPr/>
          <p:nvPr/>
        </p:nvSpPr>
        <p:spPr>
          <a:xfrm>
            <a:off x="9058614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2" name="object 1512"/>
          <p:cNvSpPr/>
          <p:nvPr/>
        </p:nvSpPr>
        <p:spPr>
          <a:xfrm>
            <a:off x="9010989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3" name="object 1513"/>
          <p:cNvSpPr/>
          <p:nvPr/>
        </p:nvSpPr>
        <p:spPr>
          <a:xfrm>
            <a:off x="8963364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4" name="object 1514"/>
          <p:cNvSpPr/>
          <p:nvPr/>
        </p:nvSpPr>
        <p:spPr>
          <a:xfrm>
            <a:off x="8915739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5" name="object 1515"/>
          <p:cNvSpPr/>
          <p:nvPr/>
        </p:nvSpPr>
        <p:spPr>
          <a:xfrm>
            <a:off x="886811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6" name="object 1516"/>
          <p:cNvSpPr/>
          <p:nvPr/>
        </p:nvSpPr>
        <p:spPr>
          <a:xfrm>
            <a:off x="8820489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7" name="object 1517"/>
          <p:cNvSpPr/>
          <p:nvPr/>
        </p:nvSpPr>
        <p:spPr>
          <a:xfrm>
            <a:off x="8772864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8" name="object 1518"/>
          <p:cNvSpPr/>
          <p:nvPr/>
        </p:nvSpPr>
        <p:spPr>
          <a:xfrm>
            <a:off x="8725239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19" name="object 1519"/>
          <p:cNvSpPr/>
          <p:nvPr/>
        </p:nvSpPr>
        <p:spPr>
          <a:xfrm>
            <a:off x="8677614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0" name="object 1520"/>
          <p:cNvSpPr/>
          <p:nvPr/>
        </p:nvSpPr>
        <p:spPr>
          <a:xfrm>
            <a:off x="862998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1" name="object 1521"/>
          <p:cNvSpPr/>
          <p:nvPr/>
        </p:nvSpPr>
        <p:spPr>
          <a:xfrm>
            <a:off x="8582363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2" name="object 1522"/>
          <p:cNvSpPr/>
          <p:nvPr/>
        </p:nvSpPr>
        <p:spPr>
          <a:xfrm>
            <a:off x="8534739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3" name="object 1523"/>
          <p:cNvSpPr/>
          <p:nvPr/>
        </p:nvSpPr>
        <p:spPr>
          <a:xfrm>
            <a:off x="848711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4" name="object 1524"/>
          <p:cNvSpPr/>
          <p:nvPr/>
        </p:nvSpPr>
        <p:spPr>
          <a:xfrm>
            <a:off x="8439489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5" name="object 1525"/>
          <p:cNvSpPr/>
          <p:nvPr/>
        </p:nvSpPr>
        <p:spPr>
          <a:xfrm>
            <a:off x="8391864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6" name="object 1526"/>
          <p:cNvSpPr/>
          <p:nvPr/>
        </p:nvSpPr>
        <p:spPr>
          <a:xfrm>
            <a:off x="834423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7" name="object 1527"/>
          <p:cNvSpPr/>
          <p:nvPr/>
        </p:nvSpPr>
        <p:spPr>
          <a:xfrm>
            <a:off x="8296614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8" name="object 1528"/>
          <p:cNvSpPr/>
          <p:nvPr/>
        </p:nvSpPr>
        <p:spPr>
          <a:xfrm>
            <a:off x="824898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29" name="object 1529"/>
          <p:cNvSpPr/>
          <p:nvPr/>
        </p:nvSpPr>
        <p:spPr>
          <a:xfrm>
            <a:off x="820136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0" name="object 1530"/>
          <p:cNvSpPr/>
          <p:nvPr/>
        </p:nvSpPr>
        <p:spPr>
          <a:xfrm>
            <a:off x="815373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1" name="object 1531"/>
          <p:cNvSpPr/>
          <p:nvPr/>
        </p:nvSpPr>
        <p:spPr>
          <a:xfrm>
            <a:off x="810611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2" name="object 1532"/>
          <p:cNvSpPr/>
          <p:nvPr/>
        </p:nvSpPr>
        <p:spPr>
          <a:xfrm>
            <a:off x="8058489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3" name="object 1533"/>
          <p:cNvSpPr/>
          <p:nvPr/>
        </p:nvSpPr>
        <p:spPr>
          <a:xfrm>
            <a:off x="8010864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4" name="object 1534"/>
          <p:cNvSpPr/>
          <p:nvPr/>
        </p:nvSpPr>
        <p:spPr>
          <a:xfrm>
            <a:off x="796323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5" name="object 1535"/>
          <p:cNvSpPr/>
          <p:nvPr/>
        </p:nvSpPr>
        <p:spPr>
          <a:xfrm>
            <a:off x="791561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6" name="object 1536"/>
          <p:cNvSpPr/>
          <p:nvPr/>
        </p:nvSpPr>
        <p:spPr>
          <a:xfrm>
            <a:off x="786798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7" name="object 1537"/>
          <p:cNvSpPr/>
          <p:nvPr/>
        </p:nvSpPr>
        <p:spPr>
          <a:xfrm>
            <a:off x="782036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8" name="object 1538"/>
          <p:cNvSpPr/>
          <p:nvPr/>
        </p:nvSpPr>
        <p:spPr>
          <a:xfrm>
            <a:off x="777273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39" name="object 1539"/>
          <p:cNvSpPr/>
          <p:nvPr/>
        </p:nvSpPr>
        <p:spPr>
          <a:xfrm>
            <a:off x="772511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0" name="object 1540"/>
          <p:cNvSpPr/>
          <p:nvPr/>
        </p:nvSpPr>
        <p:spPr>
          <a:xfrm>
            <a:off x="767748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1" name="object 1541"/>
          <p:cNvSpPr/>
          <p:nvPr/>
        </p:nvSpPr>
        <p:spPr>
          <a:xfrm>
            <a:off x="762986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2" name="object 1542"/>
          <p:cNvSpPr/>
          <p:nvPr/>
        </p:nvSpPr>
        <p:spPr>
          <a:xfrm>
            <a:off x="758223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3" name="object 1543"/>
          <p:cNvSpPr/>
          <p:nvPr/>
        </p:nvSpPr>
        <p:spPr>
          <a:xfrm>
            <a:off x="753461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4" name="object 1544"/>
          <p:cNvSpPr/>
          <p:nvPr/>
        </p:nvSpPr>
        <p:spPr>
          <a:xfrm>
            <a:off x="748698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5" name="object 1545"/>
          <p:cNvSpPr/>
          <p:nvPr/>
        </p:nvSpPr>
        <p:spPr>
          <a:xfrm>
            <a:off x="743936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6" name="object 1546"/>
          <p:cNvSpPr/>
          <p:nvPr/>
        </p:nvSpPr>
        <p:spPr>
          <a:xfrm>
            <a:off x="739173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7" name="object 1547"/>
          <p:cNvSpPr/>
          <p:nvPr/>
        </p:nvSpPr>
        <p:spPr>
          <a:xfrm>
            <a:off x="734411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8" name="object 1548"/>
          <p:cNvSpPr/>
          <p:nvPr/>
        </p:nvSpPr>
        <p:spPr>
          <a:xfrm>
            <a:off x="729648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49" name="object 1549"/>
          <p:cNvSpPr/>
          <p:nvPr/>
        </p:nvSpPr>
        <p:spPr>
          <a:xfrm>
            <a:off x="724886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0" name="object 1550"/>
          <p:cNvSpPr/>
          <p:nvPr/>
        </p:nvSpPr>
        <p:spPr>
          <a:xfrm>
            <a:off x="720123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1" name="object 1551"/>
          <p:cNvSpPr/>
          <p:nvPr/>
        </p:nvSpPr>
        <p:spPr>
          <a:xfrm>
            <a:off x="715361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2" name="object 1552"/>
          <p:cNvSpPr/>
          <p:nvPr/>
        </p:nvSpPr>
        <p:spPr>
          <a:xfrm>
            <a:off x="710598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3" name="object 1553"/>
          <p:cNvSpPr/>
          <p:nvPr/>
        </p:nvSpPr>
        <p:spPr>
          <a:xfrm>
            <a:off x="705836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4" name="object 1554"/>
          <p:cNvSpPr/>
          <p:nvPr/>
        </p:nvSpPr>
        <p:spPr>
          <a:xfrm>
            <a:off x="7010739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5" name="object 1555"/>
          <p:cNvSpPr/>
          <p:nvPr/>
        </p:nvSpPr>
        <p:spPr>
          <a:xfrm>
            <a:off x="696311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6" name="object 1556"/>
          <p:cNvSpPr/>
          <p:nvPr/>
        </p:nvSpPr>
        <p:spPr>
          <a:xfrm>
            <a:off x="691548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7" name="object 1557"/>
          <p:cNvSpPr/>
          <p:nvPr/>
        </p:nvSpPr>
        <p:spPr>
          <a:xfrm>
            <a:off x="686786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8" name="object 1558"/>
          <p:cNvSpPr/>
          <p:nvPr/>
        </p:nvSpPr>
        <p:spPr>
          <a:xfrm>
            <a:off x="682023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59" name="object 1559"/>
          <p:cNvSpPr/>
          <p:nvPr/>
        </p:nvSpPr>
        <p:spPr>
          <a:xfrm>
            <a:off x="677261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29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0" name="object 1560"/>
          <p:cNvSpPr/>
          <p:nvPr/>
        </p:nvSpPr>
        <p:spPr>
          <a:xfrm>
            <a:off x="6724989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1" name="object 1561"/>
          <p:cNvSpPr/>
          <p:nvPr/>
        </p:nvSpPr>
        <p:spPr>
          <a:xfrm>
            <a:off x="6677364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2" name="object 1562"/>
          <p:cNvSpPr/>
          <p:nvPr/>
        </p:nvSpPr>
        <p:spPr>
          <a:xfrm>
            <a:off x="6629739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3" name="object 1563"/>
          <p:cNvSpPr/>
          <p:nvPr/>
        </p:nvSpPr>
        <p:spPr>
          <a:xfrm>
            <a:off x="9356811" y="4318072"/>
            <a:ext cx="9524" cy="152242"/>
          </a:xfrm>
          <a:custGeom>
            <a:avLst/>
            <a:gdLst/>
            <a:ahLst/>
            <a:cxnLst/>
            <a:rect b="b" l="l" r="r" t="t"/>
            <a:pathLst>
              <a:path h="152242" w="9524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4" y="146171"/>
                </a:lnTo>
                <a:lnTo>
                  <a:pt x="9524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4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4" y="98595"/>
                </a:lnTo>
                <a:lnTo>
                  <a:pt x="9524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4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4" y="51019"/>
                </a:lnTo>
                <a:lnTo>
                  <a:pt x="9524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4" name="object 1564"/>
          <p:cNvSpPr/>
          <p:nvPr/>
        </p:nvSpPr>
        <p:spPr>
          <a:xfrm>
            <a:off x="10265835" y="4318072"/>
            <a:ext cx="9524" cy="152242"/>
          </a:xfrm>
          <a:custGeom>
            <a:avLst/>
            <a:gdLst/>
            <a:ahLst/>
            <a:cxnLst/>
            <a:rect b="b" l="l" r="r" t="t"/>
            <a:pathLst>
              <a:path h="152242" w="9524">
                <a:moveTo>
                  <a:pt x="0" y="148798"/>
                </a:moveTo>
                <a:lnTo>
                  <a:pt x="0" y="146171"/>
                </a:lnTo>
                <a:lnTo>
                  <a:pt x="1394" y="144120"/>
                </a:lnTo>
                <a:lnTo>
                  <a:pt x="3447" y="142727"/>
                </a:lnTo>
                <a:lnTo>
                  <a:pt x="6077" y="142727"/>
                </a:lnTo>
                <a:lnTo>
                  <a:pt x="8130" y="144120"/>
                </a:lnTo>
                <a:lnTo>
                  <a:pt x="9524" y="146171"/>
                </a:lnTo>
                <a:lnTo>
                  <a:pt x="9524" y="147485"/>
                </a:lnTo>
                <a:lnTo>
                  <a:pt x="9060" y="149920"/>
                </a:lnTo>
                <a:lnTo>
                  <a:pt x="6077" y="152242"/>
                </a:lnTo>
                <a:lnTo>
                  <a:pt x="3447" y="152242"/>
                </a:lnTo>
                <a:lnTo>
                  <a:pt x="1394" y="150849"/>
                </a:lnTo>
                <a:lnTo>
                  <a:pt x="0" y="148798"/>
                </a:lnTo>
                <a:close/>
              </a:path>
              <a:path h="152242" w="9524">
                <a:moveTo>
                  <a:pt x="0" y="101222"/>
                </a:moveTo>
                <a:lnTo>
                  <a:pt x="0" y="98595"/>
                </a:lnTo>
                <a:lnTo>
                  <a:pt x="1394" y="96545"/>
                </a:lnTo>
                <a:lnTo>
                  <a:pt x="3447" y="95151"/>
                </a:lnTo>
                <a:lnTo>
                  <a:pt x="6077" y="95151"/>
                </a:lnTo>
                <a:lnTo>
                  <a:pt x="8130" y="96545"/>
                </a:lnTo>
                <a:lnTo>
                  <a:pt x="9524" y="98595"/>
                </a:lnTo>
                <a:lnTo>
                  <a:pt x="9524" y="99909"/>
                </a:lnTo>
                <a:lnTo>
                  <a:pt x="9060" y="102344"/>
                </a:lnTo>
                <a:lnTo>
                  <a:pt x="6077" y="104666"/>
                </a:lnTo>
                <a:lnTo>
                  <a:pt x="3447" y="104666"/>
                </a:lnTo>
                <a:lnTo>
                  <a:pt x="1394" y="103273"/>
                </a:lnTo>
                <a:lnTo>
                  <a:pt x="0" y="101222"/>
                </a:lnTo>
                <a:close/>
              </a:path>
              <a:path h="152242" w="9524">
                <a:moveTo>
                  <a:pt x="0" y="53647"/>
                </a:moveTo>
                <a:lnTo>
                  <a:pt x="0" y="51019"/>
                </a:lnTo>
                <a:lnTo>
                  <a:pt x="1394" y="48969"/>
                </a:lnTo>
                <a:lnTo>
                  <a:pt x="3447" y="47575"/>
                </a:lnTo>
                <a:lnTo>
                  <a:pt x="6077" y="47575"/>
                </a:lnTo>
                <a:lnTo>
                  <a:pt x="8130" y="48969"/>
                </a:lnTo>
                <a:lnTo>
                  <a:pt x="9524" y="51019"/>
                </a:lnTo>
                <a:lnTo>
                  <a:pt x="9524" y="52333"/>
                </a:lnTo>
                <a:lnTo>
                  <a:pt x="9060" y="54768"/>
                </a:lnTo>
                <a:lnTo>
                  <a:pt x="6077" y="57090"/>
                </a:lnTo>
                <a:lnTo>
                  <a:pt x="3447" y="57090"/>
                </a:lnTo>
                <a:lnTo>
                  <a:pt x="1394" y="55697"/>
                </a:lnTo>
                <a:lnTo>
                  <a:pt x="0" y="53647"/>
                </a:lnTo>
                <a:close/>
              </a:path>
              <a:path h="152242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5" name="object 1565"/>
          <p:cNvSpPr/>
          <p:nvPr/>
        </p:nvSpPr>
        <p:spPr>
          <a:xfrm>
            <a:off x="1026168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6" name="object 1566"/>
          <p:cNvSpPr/>
          <p:nvPr/>
        </p:nvSpPr>
        <p:spPr>
          <a:xfrm>
            <a:off x="1021406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7" name="object 1567"/>
          <p:cNvSpPr/>
          <p:nvPr/>
        </p:nvSpPr>
        <p:spPr>
          <a:xfrm>
            <a:off x="1016643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8" name="object 1568"/>
          <p:cNvSpPr/>
          <p:nvPr/>
        </p:nvSpPr>
        <p:spPr>
          <a:xfrm>
            <a:off x="1011881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69" name="object 1569"/>
          <p:cNvSpPr/>
          <p:nvPr/>
        </p:nvSpPr>
        <p:spPr>
          <a:xfrm>
            <a:off x="1007118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0" name="object 1570"/>
          <p:cNvSpPr/>
          <p:nvPr/>
        </p:nvSpPr>
        <p:spPr>
          <a:xfrm>
            <a:off x="1002356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1" name="object 1571"/>
          <p:cNvSpPr/>
          <p:nvPr/>
        </p:nvSpPr>
        <p:spPr>
          <a:xfrm>
            <a:off x="997593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2" name="object 1572"/>
          <p:cNvSpPr/>
          <p:nvPr/>
        </p:nvSpPr>
        <p:spPr>
          <a:xfrm>
            <a:off x="992831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3" name="object 1573"/>
          <p:cNvSpPr/>
          <p:nvPr/>
        </p:nvSpPr>
        <p:spPr>
          <a:xfrm>
            <a:off x="9880686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4" name="object 1574"/>
          <p:cNvSpPr/>
          <p:nvPr/>
        </p:nvSpPr>
        <p:spPr>
          <a:xfrm>
            <a:off x="983306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5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5" name="object 1575"/>
          <p:cNvSpPr/>
          <p:nvPr/>
        </p:nvSpPr>
        <p:spPr>
          <a:xfrm>
            <a:off x="978543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6" name="object 1576"/>
          <p:cNvSpPr/>
          <p:nvPr/>
        </p:nvSpPr>
        <p:spPr>
          <a:xfrm>
            <a:off x="9737811" y="4276205"/>
            <a:ext cx="9525" cy="9515"/>
          </a:xfrm>
          <a:custGeom>
            <a:avLst/>
            <a:gdLst/>
            <a:ahLst/>
            <a:cxnLst/>
            <a:rect b="b" l="l" r="r" t="t"/>
            <a:pathLst>
              <a:path h="9515" w="9525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5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7" name="object 1577"/>
          <p:cNvSpPr/>
          <p:nvPr/>
        </p:nvSpPr>
        <p:spPr>
          <a:xfrm>
            <a:off x="969018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8" name="object 1578"/>
          <p:cNvSpPr/>
          <p:nvPr/>
        </p:nvSpPr>
        <p:spPr>
          <a:xfrm>
            <a:off x="964256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79" name="object 1579"/>
          <p:cNvSpPr/>
          <p:nvPr/>
        </p:nvSpPr>
        <p:spPr>
          <a:xfrm>
            <a:off x="959493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0" name="object 1580"/>
          <p:cNvSpPr/>
          <p:nvPr/>
        </p:nvSpPr>
        <p:spPr>
          <a:xfrm>
            <a:off x="954731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1" name="object 1581"/>
          <p:cNvSpPr/>
          <p:nvPr/>
        </p:nvSpPr>
        <p:spPr>
          <a:xfrm>
            <a:off x="949968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2" name="object 1582"/>
          <p:cNvSpPr/>
          <p:nvPr/>
        </p:nvSpPr>
        <p:spPr>
          <a:xfrm>
            <a:off x="945206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59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3" name="object 1583"/>
          <p:cNvSpPr/>
          <p:nvPr/>
        </p:nvSpPr>
        <p:spPr>
          <a:xfrm>
            <a:off x="9404436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4" name="object 1584"/>
          <p:cNvSpPr/>
          <p:nvPr/>
        </p:nvSpPr>
        <p:spPr>
          <a:xfrm>
            <a:off x="9356811" y="4276205"/>
            <a:ext cx="9524" cy="9515"/>
          </a:xfrm>
          <a:custGeom>
            <a:avLst/>
            <a:gdLst/>
            <a:ahLst/>
            <a:cxnLst/>
            <a:rect b="b" l="l" r="r" t="t"/>
            <a:pathLst>
              <a:path h="9515" w="9524">
                <a:moveTo>
                  <a:pt x="0" y="6071"/>
                </a:moveTo>
                <a:lnTo>
                  <a:pt x="0" y="3443"/>
                </a:lnTo>
                <a:lnTo>
                  <a:pt x="1394" y="1393"/>
                </a:lnTo>
                <a:lnTo>
                  <a:pt x="3447" y="0"/>
                </a:lnTo>
                <a:lnTo>
                  <a:pt x="6077" y="0"/>
                </a:lnTo>
                <a:lnTo>
                  <a:pt x="8130" y="1393"/>
                </a:lnTo>
                <a:lnTo>
                  <a:pt x="9524" y="3443"/>
                </a:lnTo>
                <a:lnTo>
                  <a:pt x="9524" y="4757"/>
                </a:lnTo>
                <a:lnTo>
                  <a:pt x="9060" y="7192"/>
                </a:lnTo>
                <a:lnTo>
                  <a:pt x="6077" y="9515"/>
                </a:lnTo>
                <a:lnTo>
                  <a:pt x="3447" y="9515"/>
                </a:lnTo>
                <a:lnTo>
                  <a:pt x="1394" y="8121"/>
                </a:lnTo>
                <a:lnTo>
                  <a:pt x="0" y="6071"/>
                </a:lnTo>
                <a:close/>
              </a:path>
            </a:pathLst>
          </a:custGeom>
          <a:solidFill>
            <a:srgbClr val="C7C6C3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5" name="object 1585"/>
          <p:cNvSpPr/>
          <p:nvPr/>
        </p:nvSpPr>
        <p:spPr>
          <a:xfrm>
            <a:off x="1289439" y="3016322"/>
            <a:ext cx="225168" cy="726082"/>
          </a:xfrm>
          <a:custGeom>
            <a:avLst/>
            <a:gdLst/>
            <a:ahLst/>
            <a:cxnLst/>
            <a:rect b="b" l="l" r="r" t="t"/>
            <a:pathLst>
              <a:path h="726082" w="225168">
                <a:moveTo>
                  <a:pt x="0" y="0"/>
                </a:moveTo>
                <a:lnTo>
                  <a:pt x="225168" y="0"/>
                </a:lnTo>
                <a:lnTo>
                  <a:pt x="225168" y="726082"/>
                </a:lnTo>
                <a:lnTo>
                  <a:pt x="0" y="726082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6" name="object 1586"/>
          <p:cNvSpPr/>
          <p:nvPr/>
        </p:nvSpPr>
        <p:spPr>
          <a:xfrm>
            <a:off x="2198463" y="3016322"/>
            <a:ext cx="225168" cy="726082"/>
          </a:xfrm>
          <a:custGeom>
            <a:avLst/>
            <a:gdLst/>
            <a:ahLst/>
            <a:cxnLst/>
            <a:rect b="b" l="l" r="r" t="t"/>
            <a:pathLst>
              <a:path h="726082" w="225168">
                <a:moveTo>
                  <a:pt x="0" y="0"/>
                </a:moveTo>
                <a:lnTo>
                  <a:pt x="225168" y="0"/>
                </a:lnTo>
                <a:lnTo>
                  <a:pt x="225168" y="726082"/>
                </a:lnTo>
                <a:lnTo>
                  <a:pt x="0" y="726082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7" name="object 1587"/>
          <p:cNvSpPr/>
          <p:nvPr/>
        </p:nvSpPr>
        <p:spPr>
          <a:xfrm>
            <a:off x="3107487" y="3189199"/>
            <a:ext cx="225168" cy="553205"/>
          </a:xfrm>
          <a:custGeom>
            <a:avLst/>
            <a:gdLst/>
            <a:ahLst/>
            <a:cxnLst/>
            <a:rect b="b" l="l" r="r" t="t"/>
            <a:pathLst>
              <a:path h="553205" w="225168">
                <a:moveTo>
                  <a:pt x="0" y="0"/>
                </a:moveTo>
                <a:lnTo>
                  <a:pt x="225168" y="0"/>
                </a:lnTo>
                <a:lnTo>
                  <a:pt x="225168" y="553205"/>
                </a:lnTo>
                <a:lnTo>
                  <a:pt x="0" y="553205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8" name="object 1588"/>
          <p:cNvSpPr/>
          <p:nvPr/>
        </p:nvSpPr>
        <p:spPr>
          <a:xfrm>
            <a:off x="4016511" y="3232317"/>
            <a:ext cx="225168" cy="510088"/>
          </a:xfrm>
          <a:custGeom>
            <a:avLst/>
            <a:gdLst/>
            <a:ahLst/>
            <a:cxnLst/>
            <a:rect b="b" l="l" r="r" t="t"/>
            <a:pathLst>
              <a:path h="510088" w="225168">
                <a:moveTo>
                  <a:pt x="0" y="0"/>
                </a:moveTo>
                <a:lnTo>
                  <a:pt x="225168" y="0"/>
                </a:lnTo>
                <a:lnTo>
                  <a:pt x="225168" y="510088"/>
                </a:lnTo>
                <a:lnTo>
                  <a:pt x="0" y="510088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89" name="object 1589"/>
          <p:cNvSpPr/>
          <p:nvPr/>
        </p:nvSpPr>
        <p:spPr>
          <a:xfrm>
            <a:off x="4925535" y="3193377"/>
            <a:ext cx="225168" cy="549027"/>
          </a:xfrm>
          <a:custGeom>
            <a:avLst/>
            <a:gdLst/>
            <a:ahLst/>
            <a:cxnLst/>
            <a:rect b="b" l="l" r="r" t="t"/>
            <a:pathLst>
              <a:path h="549027" w="225168">
                <a:moveTo>
                  <a:pt x="0" y="0"/>
                </a:moveTo>
                <a:lnTo>
                  <a:pt x="225168" y="0"/>
                </a:lnTo>
                <a:lnTo>
                  <a:pt x="225168" y="549027"/>
                </a:lnTo>
                <a:lnTo>
                  <a:pt x="0" y="549027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0" name="object 1590"/>
          <p:cNvSpPr/>
          <p:nvPr/>
        </p:nvSpPr>
        <p:spPr>
          <a:xfrm>
            <a:off x="5834560" y="3070839"/>
            <a:ext cx="225168" cy="671566"/>
          </a:xfrm>
          <a:custGeom>
            <a:avLst/>
            <a:gdLst/>
            <a:ahLst/>
            <a:cxnLst/>
            <a:rect b="b" l="l" r="r" t="t"/>
            <a:pathLst>
              <a:path h="671566" w="225168">
                <a:moveTo>
                  <a:pt x="0" y="0"/>
                </a:moveTo>
                <a:lnTo>
                  <a:pt x="225168" y="0"/>
                </a:lnTo>
                <a:lnTo>
                  <a:pt x="225168" y="671566"/>
                </a:lnTo>
                <a:lnTo>
                  <a:pt x="0" y="671566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1" name="object 1591"/>
          <p:cNvSpPr/>
          <p:nvPr/>
        </p:nvSpPr>
        <p:spPr>
          <a:xfrm>
            <a:off x="6743584" y="3018915"/>
            <a:ext cx="225168" cy="723489"/>
          </a:xfrm>
          <a:custGeom>
            <a:avLst/>
            <a:gdLst/>
            <a:ahLst/>
            <a:cxnLst/>
            <a:rect b="b" l="l" r="r" t="t"/>
            <a:pathLst>
              <a:path h="723489" w="225168">
                <a:moveTo>
                  <a:pt x="0" y="0"/>
                </a:moveTo>
                <a:lnTo>
                  <a:pt x="225168" y="0"/>
                </a:lnTo>
                <a:lnTo>
                  <a:pt x="225168" y="723489"/>
                </a:lnTo>
                <a:lnTo>
                  <a:pt x="0" y="723489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2" name="object 1592"/>
          <p:cNvSpPr/>
          <p:nvPr/>
        </p:nvSpPr>
        <p:spPr>
          <a:xfrm>
            <a:off x="7652608" y="3085956"/>
            <a:ext cx="225168" cy="656448"/>
          </a:xfrm>
          <a:custGeom>
            <a:avLst/>
            <a:gdLst/>
            <a:ahLst/>
            <a:cxnLst/>
            <a:rect b="b" l="l" r="r" t="t"/>
            <a:pathLst>
              <a:path h="656448" w="225168">
                <a:moveTo>
                  <a:pt x="0" y="0"/>
                </a:moveTo>
                <a:lnTo>
                  <a:pt x="225168" y="0"/>
                </a:lnTo>
                <a:lnTo>
                  <a:pt x="225168" y="656448"/>
                </a:lnTo>
                <a:lnTo>
                  <a:pt x="0" y="656448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3" name="object 1593"/>
          <p:cNvSpPr/>
          <p:nvPr/>
        </p:nvSpPr>
        <p:spPr>
          <a:xfrm>
            <a:off x="8561632" y="3140793"/>
            <a:ext cx="225168" cy="601611"/>
          </a:xfrm>
          <a:custGeom>
            <a:avLst/>
            <a:gdLst/>
            <a:ahLst/>
            <a:cxnLst/>
            <a:rect b="b" l="l" r="r" t="t"/>
            <a:pathLst>
              <a:path h="601611" w="225168">
                <a:moveTo>
                  <a:pt x="0" y="0"/>
                </a:moveTo>
                <a:lnTo>
                  <a:pt x="225168" y="0"/>
                </a:lnTo>
                <a:lnTo>
                  <a:pt x="225168" y="601611"/>
                </a:lnTo>
                <a:lnTo>
                  <a:pt x="0" y="601611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4" name="object 1594"/>
          <p:cNvSpPr/>
          <p:nvPr/>
        </p:nvSpPr>
        <p:spPr>
          <a:xfrm>
            <a:off x="9470656" y="3327500"/>
            <a:ext cx="225168" cy="414904"/>
          </a:xfrm>
          <a:custGeom>
            <a:avLst/>
            <a:gdLst/>
            <a:ahLst/>
            <a:cxnLst/>
            <a:rect b="b" l="l" r="r" t="t"/>
            <a:pathLst>
              <a:path h="414904" w="225168">
                <a:moveTo>
                  <a:pt x="0" y="0"/>
                </a:moveTo>
                <a:lnTo>
                  <a:pt x="225168" y="0"/>
                </a:lnTo>
                <a:lnTo>
                  <a:pt x="225168" y="414904"/>
                </a:lnTo>
                <a:lnTo>
                  <a:pt x="0" y="414904"/>
                </a:lnTo>
                <a:lnTo>
                  <a:pt x="0" y="0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5" name="object 1595"/>
          <p:cNvSpPr/>
          <p:nvPr/>
        </p:nvSpPr>
        <p:spPr>
          <a:xfrm>
            <a:off x="1514608" y="2503850"/>
            <a:ext cx="225168" cy="1238554"/>
          </a:xfrm>
          <a:custGeom>
            <a:avLst/>
            <a:gdLst/>
            <a:ahLst/>
            <a:cxnLst/>
            <a:rect b="b" l="l" r="r" t="t"/>
            <a:pathLst>
              <a:path h="1238554" w="225168">
                <a:moveTo>
                  <a:pt x="0" y="0"/>
                </a:moveTo>
                <a:lnTo>
                  <a:pt x="225168" y="0"/>
                </a:lnTo>
                <a:lnTo>
                  <a:pt x="225168" y="1238554"/>
                </a:lnTo>
                <a:lnTo>
                  <a:pt x="0" y="1238554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6" name="object 1596"/>
          <p:cNvSpPr/>
          <p:nvPr/>
        </p:nvSpPr>
        <p:spPr>
          <a:xfrm>
            <a:off x="2423632" y="2950357"/>
            <a:ext cx="225168" cy="792047"/>
          </a:xfrm>
          <a:custGeom>
            <a:avLst/>
            <a:gdLst/>
            <a:ahLst/>
            <a:cxnLst/>
            <a:rect b="b" l="l" r="r" t="t"/>
            <a:pathLst>
              <a:path h="792047" w="225168">
                <a:moveTo>
                  <a:pt x="0" y="0"/>
                </a:moveTo>
                <a:lnTo>
                  <a:pt x="225168" y="0"/>
                </a:lnTo>
                <a:lnTo>
                  <a:pt x="225168" y="792047"/>
                </a:lnTo>
                <a:lnTo>
                  <a:pt x="0" y="792047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7" name="object 1597"/>
          <p:cNvSpPr/>
          <p:nvPr/>
        </p:nvSpPr>
        <p:spPr>
          <a:xfrm>
            <a:off x="3332656" y="3055220"/>
            <a:ext cx="225168" cy="687185"/>
          </a:xfrm>
          <a:custGeom>
            <a:avLst/>
            <a:gdLst/>
            <a:ahLst/>
            <a:cxnLst/>
            <a:rect b="b" l="l" r="r" t="t"/>
            <a:pathLst>
              <a:path h="687185" w="225168">
                <a:moveTo>
                  <a:pt x="0" y="0"/>
                </a:moveTo>
                <a:lnTo>
                  <a:pt x="225168" y="0"/>
                </a:lnTo>
                <a:lnTo>
                  <a:pt x="225168" y="687185"/>
                </a:lnTo>
                <a:lnTo>
                  <a:pt x="0" y="687185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8" name="object 1598"/>
          <p:cNvSpPr/>
          <p:nvPr/>
        </p:nvSpPr>
        <p:spPr>
          <a:xfrm>
            <a:off x="4241680" y="3084485"/>
            <a:ext cx="225168" cy="657919"/>
          </a:xfrm>
          <a:custGeom>
            <a:avLst/>
            <a:gdLst/>
            <a:ahLst/>
            <a:cxnLst/>
            <a:rect b="b" l="l" r="r" t="t"/>
            <a:pathLst>
              <a:path h="657919" w="225168">
                <a:moveTo>
                  <a:pt x="0" y="0"/>
                </a:moveTo>
                <a:lnTo>
                  <a:pt x="225168" y="0"/>
                </a:lnTo>
                <a:lnTo>
                  <a:pt x="225168" y="657919"/>
                </a:lnTo>
                <a:lnTo>
                  <a:pt x="0" y="657919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599" name="object 1599"/>
          <p:cNvSpPr/>
          <p:nvPr/>
        </p:nvSpPr>
        <p:spPr>
          <a:xfrm>
            <a:off x="5150704" y="3021562"/>
            <a:ext cx="225168" cy="720842"/>
          </a:xfrm>
          <a:custGeom>
            <a:avLst/>
            <a:gdLst/>
            <a:ahLst/>
            <a:cxnLst/>
            <a:rect b="b" l="l" r="r" t="t"/>
            <a:pathLst>
              <a:path h="720842" w="225168">
                <a:moveTo>
                  <a:pt x="0" y="0"/>
                </a:moveTo>
                <a:lnTo>
                  <a:pt x="225168" y="0"/>
                </a:lnTo>
                <a:lnTo>
                  <a:pt x="225168" y="720842"/>
                </a:lnTo>
                <a:lnTo>
                  <a:pt x="0" y="720842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0" name="object 1600"/>
          <p:cNvSpPr/>
          <p:nvPr/>
        </p:nvSpPr>
        <p:spPr>
          <a:xfrm>
            <a:off x="6059728" y="3086588"/>
            <a:ext cx="225168" cy="655816"/>
          </a:xfrm>
          <a:custGeom>
            <a:avLst/>
            <a:gdLst/>
            <a:ahLst/>
            <a:cxnLst/>
            <a:rect b="b" l="l" r="r" t="t"/>
            <a:pathLst>
              <a:path h="655816" w="225168">
                <a:moveTo>
                  <a:pt x="0" y="0"/>
                </a:moveTo>
                <a:lnTo>
                  <a:pt x="225168" y="0"/>
                </a:lnTo>
                <a:lnTo>
                  <a:pt x="225168" y="655816"/>
                </a:lnTo>
                <a:lnTo>
                  <a:pt x="0" y="655816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1" name="object 1601"/>
          <p:cNvSpPr/>
          <p:nvPr/>
        </p:nvSpPr>
        <p:spPr>
          <a:xfrm>
            <a:off x="6968752" y="2963397"/>
            <a:ext cx="225168" cy="779007"/>
          </a:xfrm>
          <a:custGeom>
            <a:avLst/>
            <a:gdLst/>
            <a:ahLst/>
            <a:cxnLst/>
            <a:rect b="b" l="l" r="r" t="t"/>
            <a:pathLst>
              <a:path h="779007" w="225168">
                <a:moveTo>
                  <a:pt x="0" y="0"/>
                </a:moveTo>
                <a:lnTo>
                  <a:pt x="225168" y="0"/>
                </a:lnTo>
                <a:lnTo>
                  <a:pt x="225168" y="779007"/>
                </a:lnTo>
                <a:lnTo>
                  <a:pt x="0" y="779007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2" name="object 1602"/>
          <p:cNvSpPr/>
          <p:nvPr/>
        </p:nvSpPr>
        <p:spPr>
          <a:xfrm>
            <a:off x="7877776" y="2896796"/>
            <a:ext cx="225168" cy="845608"/>
          </a:xfrm>
          <a:custGeom>
            <a:avLst/>
            <a:gdLst/>
            <a:ahLst/>
            <a:cxnLst/>
            <a:rect b="b" l="l" r="r" t="t"/>
            <a:pathLst>
              <a:path h="845608" w="225168">
                <a:moveTo>
                  <a:pt x="0" y="0"/>
                </a:moveTo>
                <a:lnTo>
                  <a:pt x="225168" y="0"/>
                </a:lnTo>
                <a:lnTo>
                  <a:pt x="225168" y="845608"/>
                </a:lnTo>
                <a:lnTo>
                  <a:pt x="0" y="845608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3" name="object 1603"/>
          <p:cNvSpPr/>
          <p:nvPr/>
        </p:nvSpPr>
        <p:spPr>
          <a:xfrm>
            <a:off x="8786800" y="3019930"/>
            <a:ext cx="225168" cy="722474"/>
          </a:xfrm>
          <a:custGeom>
            <a:avLst/>
            <a:gdLst/>
            <a:ahLst/>
            <a:cxnLst/>
            <a:rect b="b" l="l" r="r" t="t"/>
            <a:pathLst>
              <a:path h="722474" w="225168">
                <a:moveTo>
                  <a:pt x="0" y="0"/>
                </a:moveTo>
                <a:lnTo>
                  <a:pt x="225168" y="0"/>
                </a:lnTo>
                <a:lnTo>
                  <a:pt x="225168" y="722474"/>
                </a:lnTo>
                <a:lnTo>
                  <a:pt x="0" y="722474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4" name="object 1604"/>
          <p:cNvSpPr/>
          <p:nvPr/>
        </p:nvSpPr>
        <p:spPr>
          <a:xfrm>
            <a:off x="9695825" y="2997306"/>
            <a:ext cx="225168" cy="745099"/>
          </a:xfrm>
          <a:custGeom>
            <a:avLst/>
            <a:gdLst/>
            <a:ahLst/>
            <a:cxnLst/>
            <a:rect b="b" l="l" r="r" t="t"/>
            <a:pathLst>
              <a:path h="745099" w="225168">
                <a:moveTo>
                  <a:pt x="0" y="0"/>
                </a:moveTo>
                <a:lnTo>
                  <a:pt x="225168" y="0"/>
                </a:lnTo>
                <a:lnTo>
                  <a:pt x="225168" y="745099"/>
                </a:lnTo>
                <a:lnTo>
                  <a:pt x="0" y="745099"/>
                </a:lnTo>
                <a:lnTo>
                  <a:pt x="0" y="0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5" name="object 1605"/>
          <p:cNvSpPr/>
          <p:nvPr/>
        </p:nvSpPr>
        <p:spPr>
          <a:xfrm>
            <a:off x="2648801" y="2912596"/>
            <a:ext cx="225168" cy="829808"/>
          </a:xfrm>
          <a:custGeom>
            <a:avLst/>
            <a:gdLst/>
            <a:ahLst/>
            <a:cxnLst/>
            <a:rect b="b" l="l" r="r" t="t"/>
            <a:pathLst>
              <a:path h="829808" w="225168">
                <a:moveTo>
                  <a:pt x="0" y="0"/>
                </a:moveTo>
                <a:lnTo>
                  <a:pt x="225168" y="0"/>
                </a:lnTo>
                <a:lnTo>
                  <a:pt x="225168" y="829808"/>
                </a:lnTo>
                <a:lnTo>
                  <a:pt x="0" y="829808"/>
                </a:lnTo>
                <a:lnTo>
                  <a:pt x="0" y="0"/>
                </a:lnTo>
                <a:close/>
              </a:path>
            </a:pathLst>
          </a:custGeom>
          <a:solidFill>
            <a:srgbClr val="A2613A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6" name="object 1606"/>
          <p:cNvSpPr/>
          <p:nvPr/>
        </p:nvSpPr>
        <p:spPr>
          <a:xfrm>
            <a:off x="5375873" y="2497692"/>
            <a:ext cx="225168" cy="1244713"/>
          </a:xfrm>
          <a:custGeom>
            <a:avLst/>
            <a:gdLst/>
            <a:ahLst/>
            <a:cxnLst/>
            <a:rect b="b" l="l" r="r" t="t"/>
            <a:pathLst>
              <a:path h="1244713" w="225168">
                <a:moveTo>
                  <a:pt x="0" y="0"/>
                </a:moveTo>
                <a:lnTo>
                  <a:pt x="225168" y="0"/>
                </a:lnTo>
                <a:lnTo>
                  <a:pt x="225168" y="1244713"/>
                </a:lnTo>
                <a:lnTo>
                  <a:pt x="0" y="1244713"/>
                </a:lnTo>
                <a:lnTo>
                  <a:pt x="0" y="0"/>
                </a:lnTo>
                <a:close/>
              </a:path>
            </a:pathLst>
          </a:custGeom>
          <a:solidFill>
            <a:srgbClr val="A2613A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7" name="object 1607"/>
          <p:cNvSpPr/>
          <p:nvPr/>
        </p:nvSpPr>
        <p:spPr>
          <a:xfrm>
            <a:off x="8102945" y="2705144"/>
            <a:ext cx="225168" cy="1037260"/>
          </a:xfrm>
          <a:custGeom>
            <a:avLst/>
            <a:gdLst/>
            <a:ahLst/>
            <a:cxnLst/>
            <a:rect b="b" l="l" r="r" t="t"/>
            <a:pathLst>
              <a:path h="1037260" w="225168">
                <a:moveTo>
                  <a:pt x="0" y="0"/>
                </a:moveTo>
                <a:lnTo>
                  <a:pt x="225168" y="0"/>
                </a:lnTo>
                <a:lnTo>
                  <a:pt x="225168" y="1037260"/>
                </a:lnTo>
                <a:lnTo>
                  <a:pt x="0" y="1037260"/>
                </a:lnTo>
                <a:lnTo>
                  <a:pt x="0" y="0"/>
                </a:lnTo>
                <a:close/>
              </a:path>
            </a:pathLst>
          </a:custGeom>
          <a:solidFill>
            <a:srgbClr val="A2613A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8" name="object 1608"/>
          <p:cNvSpPr/>
          <p:nvPr/>
        </p:nvSpPr>
        <p:spPr>
          <a:xfrm>
            <a:off x="1321251" y="2603193"/>
            <a:ext cx="161543" cy="337007"/>
          </a:xfrm>
          <a:custGeom>
            <a:avLst/>
            <a:gdLst/>
            <a:ahLst/>
            <a:cxnLst/>
            <a:rect b="b" l="l" r="r" t="t"/>
            <a:pathLst>
              <a:path h="337007" w="161543">
                <a:moveTo>
                  <a:pt x="0" y="298947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7586" y="14716"/>
                </a:lnTo>
                <a:lnTo>
                  <a:pt x="11159" y="11147"/>
                </a:lnTo>
                <a:lnTo>
                  <a:pt x="14731" y="7578"/>
                </a:lnTo>
                <a:lnTo>
                  <a:pt x="18851" y="4828"/>
                </a:lnTo>
                <a:lnTo>
                  <a:pt x="23519" y="2897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3356" y="965"/>
                </a:lnTo>
                <a:lnTo>
                  <a:pt x="138024" y="2897"/>
                </a:lnTo>
                <a:lnTo>
                  <a:pt x="142692" y="4828"/>
                </a:lnTo>
                <a:lnTo>
                  <a:pt x="146812" y="7578"/>
                </a:lnTo>
                <a:lnTo>
                  <a:pt x="150384" y="11147"/>
                </a:lnTo>
                <a:lnTo>
                  <a:pt x="153957" y="14716"/>
                </a:lnTo>
                <a:lnTo>
                  <a:pt x="156710" y="18832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303994"/>
                </a:lnTo>
                <a:lnTo>
                  <a:pt x="160577" y="308849"/>
                </a:lnTo>
                <a:lnTo>
                  <a:pt x="158643" y="313512"/>
                </a:lnTo>
                <a:lnTo>
                  <a:pt x="156710" y="318175"/>
                </a:lnTo>
                <a:lnTo>
                  <a:pt x="153957" y="322291"/>
                </a:lnTo>
                <a:lnTo>
                  <a:pt x="150384" y="325860"/>
                </a:lnTo>
                <a:lnTo>
                  <a:pt x="146812" y="329428"/>
                </a:lnTo>
                <a:lnTo>
                  <a:pt x="142692" y="332179"/>
                </a:lnTo>
                <a:lnTo>
                  <a:pt x="138024" y="334110"/>
                </a:lnTo>
                <a:lnTo>
                  <a:pt x="133356" y="336042"/>
                </a:lnTo>
                <a:lnTo>
                  <a:pt x="128496" y="337007"/>
                </a:lnTo>
                <a:lnTo>
                  <a:pt x="33047" y="337007"/>
                </a:lnTo>
                <a:lnTo>
                  <a:pt x="28187" y="336042"/>
                </a:lnTo>
                <a:lnTo>
                  <a:pt x="23519" y="334110"/>
                </a:lnTo>
                <a:lnTo>
                  <a:pt x="18851" y="332179"/>
                </a:lnTo>
                <a:lnTo>
                  <a:pt x="14731" y="329428"/>
                </a:lnTo>
                <a:lnTo>
                  <a:pt x="11159" y="325860"/>
                </a:lnTo>
                <a:lnTo>
                  <a:pt x="7586" y="322291"/>
                </a:lnTo>
                <a:lnTo>
                  <a:pt x="4833" y="318175"/>
                </a:lnTo>
                <a:lnTo>
                  <a:pt x="2900" y="313512"/>
                </a:lnTo>
                <a:lnTo>
                  <a:pt x="966" y="308849"/>
                </a:lnTo>
                <a:lnTo>
                  <a:pt x="0" y="303994"/>
                </a:lnTo>
                <a:lnTo>
                  <a:pt x="0" y="298947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09" name="object 1609"/>
          <p:cNvSpPr/>
          <p:nvPr/>
        </p:nvSpPr>
        <p:spPr>
          <a:xfrm>
            <a:off x="2230275" y="2603193"/>
            <a:ext cx="161543" cy="337007"/>
          </a:xfrm>
          <a:custGeom>
            <a:avLst/>
            <a:gdLst/>
            <a:ahLst/>
            <a:cxnLst/>
            <a:rect b="b" l="l" r="r" t="t"/>
            <a:pathLst>
              <a:path h="337007" w="161543">
                <a:moveTo>
                  <a:pt x="0" y="298947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7586" y="14716"/>
                </a:lnTo>
                <a:lnTo>
                  <a:pt x="11159" y="11147"/>
                </a:lnTo>
                <a:lnTo>
                  <a:pt x="14731" y="7578"/>
                </a:lnTo>
                <a:lnTo>
                  <a:pt x="18851" y="4828"/>
                </a:lnTo>
                <a:lnTo>
                  <a:pt x="23519" y="2897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3356" y="965"/>
                </a:lnTo>
                <a:lnTo>
                  <a:pt x="138024" y="2897"/>
                </a:lnTo>
                <a:lnTo>
                  <a:pt x="142692" y="4828"/>
                </a:lnTo>
                <a:lnTo>
                  <a:pt x="146812" y="7578"/>
                </a:lnTo>
                <a:lnTo>
                  <a:pt x="150384" y="11147"/>
                </a:lnTo>
                <a:lnTo>
                  <a:pt x="153957" y="14716"/>
                </a:lnTo>
                <a:lnTo>
                  <a:pt x="156710" y="18832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303994"/>
                </a:lnTo>
                <a:lnTo>
                  <a:pt x="160577" y="308849"/>
                </a:lnTo>
                <a:lnTo>
                  <a:pt x="158643" y="313512"/>
                </a:lnTo>
                <a:lnTo>
                  <a:pt x="156710" y="318175"/>
                </a:lnTo>
                <a:lnTo>
                  <a:pt x="153957" y="322291"/>
                </a:lnTo>
                <a:lnTo>
                  <a:pt x="150384" y="325860"/>
                </a:lnTo>
                <a:lnTo>
                  <a:pt x="146812" y="329428"/>
                </a:lnTo>
                <a:lnTo>
                  <a:pt x="142692" y="332179"/>
                </a:lnTo>
                <a:lnTo>
                  <a:pt x="138024" y="334110"/>
                </a:lnTo>
                <a:lnTo>
                  <a:pt x="133356" y="336042"/>
                </a:lnTo>
                <a:lnTo>
                  <a:pt x="128496" y="337007"/>
                </a:lnTo>
                <a:lnTo>
                  <a:pt x="33047" y="337007"/>
                </a:lnTo>
                <a:lnTo>
                  <a:pt x="28187" y="336042"/>
                </a:lnTo>
                <a:lnTo>
                  <a:pt x="23519" y="334110"/>
                </a:lnTo>
                <a:lnTo>
                  <a:pt x="18851" y="332179"/>
                </a:lnTo>
                <a:lnTo>
                  <a:pt x="14731" y="329428"/>
                </a:lnTo>
                <a:lnTo>
                  <a:pt x="11159" y="325860"/>
                </a:lnTo>
                <a:lnTo>
                  <a:pt x="7586" y="322291"/>
                </a:lnTo>
                <a:lnTo>
                  <a:pt x="4833" y="318175"/>
                </a:lnTo>
                <a:lnTo>
                  <a:pt x="2900" y="313512"/>
                </a:lnTo>
                <a:lnTo>
                  <a:pt x="966" y="308849"/>
                </a:lnTo>
                <a:lnTo>
                  <a:pt x="0" y="303994"/>
                </a:lnTo>
                <a:lnTo>
                  <a:pt x="0" y="298947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0" name="object 1610"/>
          <p:cNvSpPr/>
          <p:nvPr/>
        </p:nvSpPr>
        <p:spPr>
          <a:xfrm>
            <a:off x="3139299" y="2781868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1" name="object 1611"/>
          <p:cNvSpPr/>
          <p:nvPr/>
        </p:nvSpPr>
        <p:spPr>
          <a:xfrm>
            <a:off x="4048324" y="2819187"/>
            <a:ext cx="161543" cy="337007"/>
          </a:xfrm>
          <a:custGeom>
            <a:avLst/>
            <a:gdLst/>
            <a:ahLst/>
            <a:cxnLst/>
            <a:rect b="b" l="l" r="r" t="t"/>
            <a:pathLst>
              <a:path h="337007" w="161543">
                <a:moveTo>
                  <a:pt x="0" y="298947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7586" y="14716"/>
                </a:lnTo>
                <a:lnTo>
                  <a:pt x="11159" y="11147"/>
                </a:lnTo>
                <a:lnTo>
                  <a:pt x="14731" y="7578"/>
                </a:lnTo>
                <a:lnTo>
                  <a:pt x="18851" y="4828"/>
                </a:lnTo>
                <a:lnTo>
                  <a:pt x="23519" y="2897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3356" y="965"/>
                </a:lnTo>
                <a:lnTo>
                  <a:pt x="138024" y="2897"/>
                </a:lnTo>
                <a:lnTo>
                  <a:pt x="142692" y="4828"/>
                </a:lnTo>
                <a:lnTo>
                  <a:pt x="146812" y="7578"/>
                </a:lnTo>
                <a:lnTo>
                  <a:pt x="150384" y="11147"/>
                </a:lnTo>
                <a:lnTo>
                  <a:pt x="153957" y="14716"/>
                </a:lnTo>
                <a:lnTo>
                  <a:pt x="156710" y="18832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303994"/>
                </a:lnTo>
                <a:lnTo>
                  <a:pt x="160577" y="308849"/>
                </a:lnTo>
                <a:lnTo>
                  <a:pt x="158643" y="313512"/>
                </a:lnTo>
                <a:lnTo>
                  <a:pt x="156710" y="318175"/>
                </a:lnTo>
                <a:lnTo>
                  <a:pt x="153957" y="322291"/>
                </a:lnTo>
                <a:lnTo>
                  <a:pt x="150384" y="325860"/>
                </a:lnTo>
                <a:lnTo>
                  <a:pt x="146812" y="329428"/>
                </a:lnTo>
                <a:lnTo>
                  <a:pt x="142692" y="332179"/>
                </a:lnTo>
                <a:lnTo>
                  <a:pt x="138024" y="334110"/>
                </a:lnTo>
                <a:lnTo>
                  <a:pt x="133356" y="336042"/>
                </a:lnTo>
                <a:lnTo>
                  <a:pt x="128496" y="337007"/>
                </a:lnTo>
                <a:lnTo>
                  <a:pt x="33047" y="337007"/>
                </a:lnTo>
                <a:lnTo>
                  <a:pt x="28187" y="336042"/>
                </a:lnTo>
                <a:lnTo>
                  <a:pt x="23519" y="334110"/>
                </a:lnTo>
                <a:lnTo>
                  <a:pt x="18851" y="332179"/>
                </a:lnTo>
                <a:lnTo>
                  <a:pt x="14731" y="329428"/>
                </a:lnTo>
                <a:lnTo>
                  <a:pt x="11159" y="325860"/>
                </a:lnTo>
                <a:lnTo>
                  <a:pt x="7586" y="322291"/>
                </a:lnTo>
                <a:lnTo>
                  <a:pt x="4833" y="318175"/>
                </a:lnTo>
                <a:lnTo>
                  <a:pt x="2900" y="313512"/>
                </a:lnTo>
                <a:lnTo>
                  <a:pt x="966" y="308849"/>
                </a:lnTo>
                <a:lnTo>
                  <a:pt x="0" y="303994"/>
                </a:lnTo>
                <a:lnTo>
                  <a:pt x="0" y="298947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2" name="object 1612"/>
          <p:cNvSpPr/>
          <p:nvPr/>
        </p:nvSpPr>
        <p:spPr>
          <a:xfrm>
            <a:off x="4957348" y="2786046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3" name="object 1613"/>
          <p:cNvSpPr/>
          <p:nvPr/>
        </p:nvSpPr>
        <p:spPr>
          <a:xfrm>
            <a:off x="5866372" y="2663508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4" name="object 1614"/>
          <p:cNvSpPr/>
          <p:nvPr/>
        </p:nvSpPr>
        <p:spPr>
          <a:xfrm>
            <a:off x="6775396" y="2605786"/>
            <a:ext cx="161543" cy="337007"/>
          </a:xfrm>
          <a:custGeom>
            <a:avLst/>
            <a:gdLst/>
            <a:ahLst/>
            <a:cxnLst/>
            <a:rect b="b" l="l" r="r" t="t"/>
            <a:pathLst>
              <a:path h="337007" w="161543">
                <a:moveTo>
                  <a:pt x="0" y="298947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7586" y="14716"/>
                </a:lnTo>
                <a:lnTo>
                  <a:pt x="11159" y="11147"/>
                </a:lnTo>
                <a:lnTo>
                  <a:pt x="14731" y="7578"/>
                </a:lnTo>
                <a:lnTo>
                  <a:pt x="18851" y="4828"/>
                </a:lnTo>
                <a:lnTo>
                  <a:pt x="23519" y="2897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3356" y="965"/>
                </a:lnTo>
                <a:lnTo>
                  <a:pt x="138024" y="2897"/>
                </a:lnTo>
                <a:lnTo>
                  <a:pt x="142692" y="4828"/>
                </a:lnTo>
                <a:lnTo>
                  <a:pt x="146812" y="7578"/>
                </a:lnTo>
                <a:lnTo>
                  <a:pt x="150384" y="11147"/>
                </a:lnTo>
                <a:lnTo>
                  <a:pt x="153957" y="14716"/>
                </a:lnTo>
                <a:lnTo>
                  <a:pt x="156710" y="18832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303994"/>
                </a:lnTo>
                <a:lnTo>
                  <a:pt x="160577" y="308849"/>
                </a:lnTo>
                <a:lnTo>
                  <a:pt x="158643" y="313512"/>
                </a:lnTo>
                <a:lnTo>
                  <a:pt x="156710" y="318175"/>
                </a:lnTo>
                <a:lnTo>
                  <a:pt x="153957" y="322291"/>
                </a:lnTo>
                <a:lnTo>
                  <a:pt x="150384" y="325860"/>
                </a:lnTo>
                <a:lnTo>
                  <a:pt x="146812" y="329428"/>
                </a:lnTo>
                <a:lnTo>
                  <a:pt x="142692" y="332179"/>
                </a:lnTo>
                <a:lnTo>
                  <a:pt x="138024" y="334110"/>
                </a:lnTo>
                <a:lnTo>
                  <a:pt x="133356" y="336042"/>
                </a:lnTo>
                <a:lnTo>
                  <a:pt x="128496" y="337007"/>
                </a:lnTo>
                <a:lnTo>
                  <a:pt x="33047" y="337007"/>
                </a:lnTo>
                <a:lnTo>
                  <a:pt x="28187" y="336042"/>
                </a:lnTo>
                <a:lnTo>
                  <a:pt x="23519" y="334110"/>
                </a:lnTo>
                <a:lnTo>
                  <a:pt x="18851" y="332179"/>
                </a:lnTo>
                <a:lnTo>
                  <a:pt x="14731" y="329428"/>
                </a:lnTo>
                <a:lnTo>
                  <a:pt x="11159" y="325860"/>
                </a:lnTo>
                <a:lnTo>
                  <a:pt x="7586" y="322291"/>
                </a:lnTo>
                <a:lnTo>
                  <a:pt x="4833" y="318175"/>
                </a:lnTo>
                <a:lnTo>
                  <a:pt x="2900" y="313512"/>
                </a:lnTo>
                <a:lnTo>
                  <a:pt x="966" y="308849"/>
                </a:lnTo>
                <a:lnTo>
                  <a:pt x="0" y="303994"/>
                </a:lnTo>
                <a:lnTo>
                  <a:pt x="0" y="298947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5" name="object 1615"/>
          <p:cNvSpPr/>
          <p:nvPr/>
        </p:nvSpPr>
        <p:spPr>
          <a:xfrm>
            <a:off x="7684420" y="2678626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6" name="object 1616"/>
          <p:cNvSpPr/>
          <p:nvPr/>
        </p:nvSpPr>
        <p:spPr>
          <a:xfrm>
            <a:off x="8593444" y="2733463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7" name="object 1617"/>
          <p:cNvSpPr/>
          <p:nvPr/>
        </p:nvSpPr>
        <p:spPr>
          <a:xfrm>
            <a:off x="9502468" y="2920169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8" name="object 1618"/>
          <p:cNvSpPr/>
          <p:nvPr/>
        </p:nvSpPr>
        <p:spPr>
          <a:xfrm>
            <a:off x="1546420" y="2503851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19" name="object 1619"/>
          <p:cNvSpPr/>
          <p:nvPr/>
        </p:nvSpPr>
        <p:spPr>
          <a:xfrm>
            <a:off x="2455444" y="2543026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0" name="object 1620"/>
          <p:cNvSpPr/>
          <p:nvPr/>
        </p:nvSpPr>
        <p:spPr>
          <a:xfrm>
            <a:off x="3364469" y="2647889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1" name="object 1621"/>
          <p:cNvSpPr/>
          <p:nvPr/>
        </p:nvSpPr>
        <p:spPr>
          <a:xfrm>
            <a:off x="4273493" y="2677154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2" name="object 1622"/>
          <p:cNvSpPr/>
          <p:nvPr/>
        </p:nvSpPr>
        <p:spPr>
          <a:xfrm>
            <a:off x="5182516" y="2608433"/>
            <a:ext cx="161543" cy="337007"/>
          </a:xfrm>
          <a:custGeom>
            <a:avLst/>
            <a:gdLst/>
            <a:ahLst/>
            <a:cxnLst/>
            <a:rect b="b" l="l" r="r" t="t"/>
            <a:pathLst>
              <a:path h="337007" w="161543">
                <a:moveTo>
                  <a:pt x="0" y="298947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7586" y="14716"/>
                </a:lnTo>
                <a:lnTo>
                  <a:pt x="11159" y="11147"/>
                </a:lnTo>
                <a:lnTo>
                  <a:pt x="14731" y="7578"/>
                </a:lnTo>
                <a:lnTo>
                  <a:pt x="18851" y="4828"/>
                </a:lnTo>
                <a:lnTo>
                  <a:pt x="23519" y="2897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3356" y="965"/>
                </a:lnTo>
                <a:lnTo>
                  <a:pt x="138024" y="2897"/>
                </a:lnTo>
                <a:lnTo>
                  <a:pt x="142692" y="4828"/>
                </a:lnTo>
                <a:lnTo>
                  <a:pt x="146812" y="7578"/>
                </a:lnTo>
                <a:lnTo>
                  <a:pt x="150384" y="11147"/>
                </a:lnTo>
                <a:lnTo>
                  <a:pt x="153957" y="14716"/>
                </a:lnTo>
                <a:lnTo>
                  <a:pt x="156710" y="18832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303994"/>
                </a:lnTo>
                <a:lnTo>
                  <a:pt x="160577" y="308849"/>
                </a:lnTo>
                <a:lnTo>
                  <a:pt x="158643" y="313512"/>
                </a:lnTo>
                <a:lnTo>
                  <a:pt x="156710" y="318175"/>
                </a:lnTo>
                <a:lnTo>
                  <a:pt x="153957" y="322291"/>
                </a:lnTo>
                <a:lnTo>
                  <a:pt x="150384" y="325860"/>
                </a:lnTo>
                <a:lnTo>
                  <a:pt x="146812" y="329428"/>
                </a:lnTo>
                <a:lnTo>
                  <a:pt x="142692" y="332179"/>
                </a:lnTo>
                <a:lnTo>
                  <a:pt x="138024" y="334110"/>
                </a:lnTo>
                <a:lnTo>
                  <a:pt x="133356" y="336042"/>
                </a:lnTo>
                <a:lnTo>
                  <a:pt x="128496" y="337007"/>
                </a:lnTo>
                <a:lnTo>
                  <a:pt x="33047" y="337007"/>
                </a:lnTo>
                <a:lnTo>
                  <a:pt x="28187" y="336042"/>
                </a:lnTo>
                <a:lnTo>
                  <a:pt x="23519" y="334110"/>
                </a:lnTo>
                <a:lnTo>
                  <a:pt x="18851" y="332179"/>
                </a:lnTo>
                <a:lnTo>
                  <a:pt x="14731" y="329428"/>
                </a:lnTo>
                <a:lnTo>
                  <a:pt x="11159" y="325860"/>
                </a:lnTo>
                <a:lnTo>
                  <a:pt x="7586" y="322291"/>
                </a:lnTo>
                <a:lnTo>
                  <a:pt x="4833" y="318175"/>
                </a:lnTo>
                <a:lnTo>
                  <a:pt x="2900" y="313512"/>
                </a:lnTo>
                <a:lnTo>
                  <a:pt x="966" y="308849"/>
                </a:lnTo>
                <a:lnTo>
                  <a:pt x="0" y="303994"/>
                </a:lnTo>
                <a:lnTo>
                  <a:pt x="0" y="298947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3" name="object 1623"/>
          <p:cNvSpPr/>
          <p:nvPr/>
        </p:nvSpPr>
        <p:spPr>
          <a:xfrm>
            <a:off x="6091541" y="2679257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4" name="object 1624"/>
          <p:cNvSpPr/>
          <p:nvPr/>
        </p:nvSpPr>
        <p:spPr>
          <a:xfrm>
            <a:off x="7000565" y="2556066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5" name="object 1625"/>
          <p:cNvSpPr/>
          <p:nvPr/>
        </p:nvSpPr>
        <p:spPr>
          <a:xfrm>
            <a:off x="7909589" y="2489465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6" name="object 1626"/>
          <p:cNvSpPr/>
          <p:nvPr/>
        </p:nvSpPr>
        <p:spPr>
          <a:xfrm>
            <a:off x="8818613" y="2606801"/>
            <a:ext cx="161543" cy="337007"/>
          </a:xfrm>
          <a:custGeom>
            <a:avLst/>
            <a:gdLst/>
            <a:ahLst/>
            <a:cxnLst/>
            <a:rect b="b" l="l" r="r" t="t"/>
            <a:pathLst>
              <a:path h="337007" w="161543">
                <a:moveTo>
                  <a:pt x="0" y="298947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7586" y="14716"/>
                </a:lnTo>
                <a:lnTo>
                  <a:pt x="11159" y="11147"/>
                </a:lnTo>
                <a:lnTo>
                  <a:pt x="14731" y="7578"/>
                </a:lnTo>
                <a:lnTo>
                  <a:pt x="18851" y="4828"/>
                </a:lnTo>
                <a:lnTo>
                  <a:pt x="23519" y="2897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3356" y="965"/>
                </a:lnTo>
                <a:lnTo>
                  <a:pt x="138024" y="2897"/>
                </a:lnTo>
                <a:lnTo>
                  <a:pt x="142692" y="4828"/>
                </a:lnTo>
                <a:lnTo>
                  <a:pt x="146812" y="7578"/>
                </a:lnTo>
                <a:lnTo>
                  <a:pt x="150384" y="11147"/>
                </a:lnTo>
                <a:lnTo>
                  <a:pt x="153957" y="14716"/>
                </a:lnTo>
                <a:lnTo>
                  <a:pt x="156710" y="18832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303994"/>
                </a:lnTo>
                <a:lnTo>
                  <a:pt x="160577" y="308849"/>
                </a:lnTo>
                <a:lnTo>
                  <a:pt x="158643" y="313512"/>
                </a:lnTo>
                <a:lnTo>
                  <a:pt x="156710" y="318175"/>
                </a:lnTo>
                <a:lnTo>
                  <a:pt x="153957" y="322291"/>
                </a:lnTo>
                <a:lnTo>
                  <a:pt x="150384" y="325860"/>
                </a:lnTo>
                <a:lnTo>
                  <a:pt x="146812" y="329428"/>
                </a:lnTo>
                <a:lnTo>
                  <a:pt x="142692" y="332179"/>
                </a:lnTo>
                <a:lnTo>
                  <a:pt x="138024" y="334110"/>
                </a:lnTo>
                <a:lnTo>
                  <a:pt x="133356" y="336042"/>
                </a:lnTo>
                <a:lnTo>
                  <a:pt x="128496" y="337007"/>
                </a:lnTo>
                <a:lnTo>
                  <a:pt x="33047" y="337007"/>
                </a:lnTo>
                <a:lnTo>
                  <a:pt x="28187" y="336042"/>
                </a:lnTo>
                <a:lnTo>
                  <a:pt x="23519" y="334110"/>
                </a:lnTo>
                <a:lnTo>
                  <a:pt x="18851" y="332179"/>
                </a:lnTo>
                <a:lnTo>
                  <a:pt x="14731" y="329428"/>
                </a:lnTo>
                <a:lnTo>
                  <a:pt x="11159" y="325860"/>
                </a:lnTo>
                <a:lnTo>
                  <a:pt x="7586" y="322291"/>
                </a:lnTo>
                <a:lnTo>
                  <a:pt x="4833" y="318175"/>
                </a:lnTo>
                <a:lnTo>
                  <a:pt x="2900" y="313512"/>
                </a:lnTo>
                <a:lnTo>
                  <a:pt x="966" y="308849"/>
                </a:lnTo>
                <a:lnTo>
                  <a:pt x="0" y="303994"/>
                </a:lnTo>
                <a:lnTo>
                  <a:pt x="0" y="298947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7" name="object 1627"/>
          <p:cNvSpPr/>
          <p:nvPr/>
        </p:nvSpPr>
        <p:spPr>
          <a:xfrm>
            <a:off x="9727637" y="2589975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8" name="object 1628"/>
          <p:cNvSpPr/>
          <p:nvPr/>
        </p:nvSpPr>
        <p:spPr>
          <a:xfrm>
            <a:off x="2680613" y="2505265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29" name="object 1629"/>
          <p:cNvSpPr/>
          <p:nvPr/>
        </p:nvSpPr>
        <p:spPr>
          <a:xfrm>
            <a:off x="5407685" y="2497692"/>
            <a:ext cx="161543" cy="331209"/>
          </a:xfrm>
          <a:custGeom>
            <a:avLst/>
            <a:gdLst/>
            <a:ahLst/>
            <a:cxnLst/>
            <a:rect b="b" l="l" r="r" t="t"/>
            <a:pathLst>
              <a:path h="331209" w="161543">
                <a:moveTo>
                  <a:pt x="0" y="293148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11159" y="11147"/>
                </a:lnTo>
                <a:lnTo>
                  <a:pt x="18851" y="4828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8024" y="2897"/>
                </a:lnTo>
                <a:lnTo>
                  <a:pt x="146812" y="7578"/>
                </a:lnTo>
                <a:lnTo>
                  <a:pt x="153957" y="14716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298195"/>
                </a:lnTo>
                <a:lnTo>
                  <a:pt x="160577" y="303051"/>
                </a:lnTo>
                <a:lnTo>
                  <a:pt x="158643" y="307714"/>
                </a:lnTo>
                <a:lnTo>
                  <a:pt x="156710" y="312376"/>
                </a:lnTo>
                <a:lnTo>
                  <a:pt x="153957" y="316492"/>
                </a:lnTo>
                <a:lnTo>
                  <a:pt x="150384" y="320061"/>
                </a:lnTo>
                <a:lnTo>
                  <a:pt x="146812" y="323630"/>
                </a:lnTo>
                <a:lnTo>
                  <a:pt x="142692" y="326380"/>
                </a:lnTo>
                <a:lnTo>
                  <a:pt x="138024" y="328312"/>
                </a:lnTo>
                <a:lnTo>
                  <a:pt x="133356" y="330243"/>
                </a:lnTo>
                <a:lnTo>
                  <a:pt x="128496" y="331209"/>
                </a:lnTo>
                <a:lnTo>
                  <a:pt x="33047" y="331209"/>
                </a:lnTo>
                <a:lnTo>
                  <a:pt x="28187" y="330243"/>
                </a:lnTo>
                <a:lnTo>
                  <a:pt x="23519" y="328312"/>
                </a:lnTo>
                <a:lnTo>
                  <a:pt x="18851" y="326380"/>
                </a:lnTo>
                <a:lnTo>
                  <a:pt x="14731" y="323630"/>
                </a:lnTo>
                <a:lnTo>
                  <a:pt x="11159" y="320061"/>
                </a:lnTo>
                <a:lnTo>
                  <a:pt x="7586" y="316492"/>
                </a:lnTo>
                <a:lnTo>
                  <a:pt x="4833" y="312376"/>
                </a:lnTo>
                <a:lnTo>
                  <a:pt x="2900" y="307714"/>
                </a:lnTo>
                <a:lnTo>
                  <a:pt x="966" y="303051"/>
                </a:lnTo>
                <a:lnTo>
                  <a:pt x="0" y="298195"/>
                </a:lnTo>
                <a:lnTo>
                  <a:pt x="0" y="293148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0" name="object 1630"/>
          <p:cNvSpPr/>
          <p:nvPr/>
        </p:nvSpPr>
        <p:spPr>
          <a:xfrm>
            <a:off x="8134758" y="2292015"/>
            <a:ext cx="161543" cy="337007"/>
          </a:xfrm>
          <a:custGeom>
            <a:avLst/>
            <a:gdLst/>
            <a:ahLst/>
            <a:cxnLst/>
            <a:rect b="b" l="l" r="r" t="t"/>
            <a:pathLst>
              <a:path h="337007" w="161543">
                <a:moveTo>
                  <a:pt x="0" y="298947"/>
                </a:moveTo>
                <a:lnTo>
                  <a:pt x="0" y="33013"/>
                </a:lnTo>
                <a:lnTo>
                  <a:pt x="966" y="28158"/>
                </a:lnTo>
                <a:lnTo>
                  <a:pt x="2900" y="23495"/>
                </a:lnTo>
                <a:lnTo>
                  <a:pt x="4833" y="18832"/>
                </a:lnTo>
                <a:lnTo>
                  <a:pt x="7586" y="14716"/>
                </a:lnTo>
                <a:lnTo>
                  <a:pt x="11159" y="11147"/>
                </a:lnTo>
                <a:lnTo>
                  <a:pt x="14731" y="7578"/>
                </a:lnTo>
                <a:lnTo>
                  <a:pt x="18851" y="4828"/>
                </a:lnTo>
                <a:lnTo>
                  <a:pt x="23519" y="2897"/>
                </a:lnTo>
                <a:lnTo>
                  <a:pt x="28187" y="965"/>
                </a:lnTo>
                <a:lnTo>
                  <a:pt x="33047" y="0"/>
                </a:lnTo>
                <a:lnTo>
                  <a:pt x="128496" y="0"/>
                </a:lnTo>
                <a:lnTo>
                  <a:pt x="133356" y="965"/>
                </a:lnTo>
                <a:lnTo>
                  <a:pt x="138024" y="2897"/>
                </a:lnTo>
                <a:lnTo>
                  <a:pt x="142692" y="4828"/>
                </a:lnTo>
                <a:lnTo>
                  <a:pt x="146812" y="7578"/>
                </a:lnTo>
                <a:lnTo>
                  <a:pt x="150384" y="11147"/>
                </a:lnTo>
                <a:lnTo>
                  <a:pt x="153957" y="14716"/>
                </a:lnTo>
                <a:lnTo>
                  <a:pt x="156710" y="18832"/>
                </a:lnTo>
                <a:lnTo>
                  <a:pt x="158643" y="23495"/>
                </a:lnTo>
                <a:lnTo>
                  <a:pt x="160577" y="28158"/>
                </a:lnTo>
                <a:lnTo>
                  <a:pt x="161543" y="33013"/>
                </a:lnTo>
                <a:lnTo>
                  <a:pt x="161543" y="303994"/>
                </a:lnTo>
                <a:lnTo>
                  <a:pt x="160577" y="308849"/>
                </a:lnTo>
                <a:lnTo>
                  <a:pt x="158643" y="313512"/>
                </a:lnTo>
                <a:lnTo>
                  <a:pt x="156710" y="318175"/>
                </a:lnTo>
                <a:lnTo>
                  <a:pt x="153957" y="322291"/>
                </a:lnTo>
                <a:lnTo>
                  <a:pt x="150384" y="325860"/>
                </a:lnTo>
                <a:lnTo>
                  <a:pt x="146812" y="329428"/>
                </a:lnTo>
                <a:lnTo>
                  <a:pt x="142692" y="332179"/>
                </a:lnTo>
                <a:lnTo>
                  <a:pt x="138024" y="334110"/>
                </a:lnTo>
                <a:lnTo>
                  <a:pt x="133356" y="336042"/>
                </a:lnTo>
                <a:lnTo>
                  <a:pt x="128496" y="337007"/>
                </a:lnTo>
                <a:lnTo>
                  <a:pt x="33047" y="337007"/>
                </a:lnTo>
                <a:lnTo>
                  <a:pt x="28187" y="336042"/>
                </a:lnTo>
                <a:lnTo>
                  <a:pt x="23519" y="334110"/>
                </a:lnTo>
                <a:lnTo>
                  <a:pt x="18851" y="332179"/>
                </a:lnTo>
                <a:lnTo>
                  <a:pt x="14731" y="329428"/>
                </a:lnTo>
                <a:lnTo>
                  <a:pt x="11159" y="325860"/>
                </a:lnTo>
                <a:lnTo>
                  <a:pt x="7586" y="322291"/>
                </a:lnTo>
                <a:lnTo>
                  <a:pt x="4833" y="318175"/>
                </a:lnTo>
                <a:lnTo>
                  <a:pt x="2900" y="313512"/>
                </a:lnTo>
                <a:lnTo>
                  <a:pt x="966" y="308849"/>
                </a:lnTo>
                <a:lnTo>
                  <a:pt x="0" y="303994"/>
                </a:lnTo>
                <a:lnTo>
                  <a:pt x="0" y="298947"/>
                </a:lnTo>
                <a:close/>
              </a:path>
            </a:pathLst>
          </a:custGeom>
          <a:solidFill>
            <a:srgbClr val="252423">
              <a:alpha val="10000"/>
            </a:srgbClr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1" name="object 1631"/>
          <p:cNvSpPr/>
          <p:nvPr/>
        </p:nvSpPr>
        <p:spPr>
          <a:xfrm>
            <a:off x="4486909" y="2050287"/>
            <a:ext cx="95249" cy="95249"/>
          </a:xfrm>
          <a:custGeom>
            <a:avLst/>
            <a:gdLst/>
            <a:ahLst/>
            <a:cxnLst/>
            <a:rect b="b" l="l" r="r" t="t"/>
            <a:pathLst>
              <a:path h="95249" w="95249">
                <a:moveTo>
                  <a:pt x="0" y="47624"/>
                </a:moveTo>
                <a:lnTo>
                  <a:pt x="0" y="41309"/>
                </a:lnTo>
                <a:lnTo>
                  <a:pt x="1208" y="35234"/>
                </a:lnTo>
                <a:lnTo>
                  <a:pt x="3625" y="29399"/>
                </a:lnTo>
                <a:lnTo>
                  <a:pt x="6042" y="23564"/>
                </a:lnTo>
                <a:lnTo>
                  <a:pt x="9483" y="18414"/>
                </a:lnTo>
                <a:lnTo>
                  <a:pt x="13949" y="13949"/>
                </a:lnTo>
                <a:lnTo>
                  <a:pt x="18414" y="9483"/>
                </a:lnTo>
                <a:lnTo>
                  <a:pt x="23564" y="6042"/>
                </a:lnTo>
                <a:lnTo>
                  <a:pt x="29399" y="3625"/>
                </a:lnTo>
                <a:lnTo>
                  <a:pt x="35234" y="1208"/>
                </a:lnTo>
                <a:lnTo>
                  <a:pt x="41309" y="0"/>
                </a:lnTo>
                <a:lnTo>
                  <a:pt x="53940" y="0"/>
                </a:lnTo>
                <a:lnTo>
                  <a:pt x="60015" y="1208"/>
                </a:lnTo>
                <a:lnTo>
                  <a:pt x="65850" y="3625"/>
                </a:lnTo>
                <a:lnTo>
                  <a:pt x="71685" y="6042"/>
                </a:lnTo>
                <a:lnTo>
                  <a:pt x="76835" y="9483"/>
                </a:lnTo>
                <a:lnTo>
                  <a:pt x="81300" y="13949"/>
                </a:lnTo>
                <a:lnTo>
                  <a:pt x="85766" y="18414"/>
                </a:lnTo>
                <a:lnTo>
                  <a:pt x="89207" y="23564"/>
                </a:lnTo>
                <a:lnTo>
                  <a:pt x="91624" y="29399"/>
                </a:lnTo>
                <a:lnTo>
                  <a:pt x="94041" y="35234"/>
                </a:lnTo>
                <a:lnTo>
                  <a:pt x="95249" y="41309"/>
                </a:lnTo>
                <a:lnTo>
                  <a:pt x="95249" y="53940"/>
                </a:lnTo>
                <a:lnTo>
                  <a:pt x="94041" y="60015"/>
                </a:lnTo>
                <a:lnTo>
                  <a:pt x="91624" y="65850"/>
                </a:lnTo>
                <a:lnTo>
                  <a:pt x="89207" y="71685"/>
                </a:lnTo>
                <a:lnTo>
                  <a:pt x="85766" y="76835"/>
                </a:lnTo>
                <a:lnTo>
                  <a:pt x="81300" y="81300"/>
                </a:lnTo>
                <a:lnTo>
                  <a:pt x="76835" y="85766"/>
                </a:lnTo>
                <a:lnTo>
                  <a:pt x="71685" y="89207"/>
                </a:lnTo>
                <a:lnTo>
                  <a:pt x="65850" y="91624"/>
                </a:lnTo>
                <a:lnTo>
                  <a:pt x="60015" y="94041"/>
                </a:lnTo>
                <a:lnTo>
                  <a:pt x="53940" y="95249"/>
                </a:lnTo>
                <a:lnTo>
                  <a:pt x="41309" y="95249"/>
                </a:lnTo>
                <a:lnTo>
                  <a:pt x="35234" y="94041"/>
                </a:lnTo>
                <a:lnTo>
                  <a:pt x="29399" y="91624"/>
                </a:lnTo>
                <a:lnTo>
                  <a:pt x="23564" y="89207"/>
                </a:lnTo>
                <a:lnTo>
                  <a:pt x="18414" y="85766"/>
                </a:lnTo>
                <a:lnTo>
                  <a:pt x="13949" y="81300"/>
                </a:lnTo>
                <a:lnTo>
                  <a:pt x="9483" y="76835"/>
                </a:lnTo>
                <a:lnTo>
                  <a:pt x="6042" y="71685"/>
                </a:lnTo>
                <a:lnTo>
                  <a:pt x="3625" y="65850"/>
                </a:lnTo>
                <a:lnTo>
                  <a:pt x="1208" y="60015"/>
                </a:lnTo>
                <a:lnTo>
                  <a:pt x="0" y="53940"/>
                </a:lnTo>
                <a:lnTo>
                  <a:pt x="0" y="47624"/>
                </a:lnTo>
                <a:close/>
              </a:path>
            </a:pathLst>
          </a:custGeom>
          <a:solidFill>
            <a:srgbClr val="416770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2" name="object 1632"/>
          <p:cNvSpPr/>
          <p:nvPr/>
        </p:nvSpPr>
        <p:spPr>
          <a:xfrm>
            <a:off x="5134504" y="2049280"/>
            <a:ext cx="94268" cy="94268"/>
          </a:xfrm>
          <a:custGeom>
            <a:avLst/>
            <a:gdLst/>
            <a:ahLst/>
            <a:cxnLst/>
            <a:rect b="b" l="l" r="r" t="t"/>
            <a:pathLst>
              <a:path h="94268" w="94268">
                <a:moveTo>
                  <a:pt x="0" y="47134"/>
                </a:moveTo>
                <a:lnTo>
                  <a:pt x="0" y="40883"/>
                </a:lnTo>
                <a:lnTo>
                  <a:pt x="1195" y="34871"/>
                </a:lnTo>
                <a:lnTo>
                  <a:pt x="3587" y="29096"/>
                </a:lnTo>
                <a:lnTo>
                  <a:pt x="5979" y="23322"/>
                </a:lnTo>
                <a:lnTo>
                  <a:pt x="9385" y="18224"/>
                </a:lnTo>
                <a:lnTo>
                  <a:pt x="13805" y="13805"/>
                </a:lnTo>
                <a:lnTo>
                  <a:pt x="18224" y="9385"/>
                </a:lnTo>
                <a:lnTo>
                  <a:pt x="23322" y="5979"/>
                </a:lnTo>
                <a:lnTo>
                  <a:pt x="29096" y="3587"/>
                </a:lnTo>
                <a:lnTo>
                  <a:pt x="34871" y="1195"/>
                </a:lnTo>
                <a:lnTo>
                  <a:pt x="40883" y="0"/>
                </a:lnTo>
                <a:lnTo>
                  <a:pt x="53384" y="0"/>
                </a:lnTo>
                <a:lnTo>
                  <a:pt x="59396" y="1195"/>
                </a:lnTo>
                <a:lnTo>
                  <a:pt x="65171" y="3587"/>
                </a:lnTo>
                <a:lnTo>
                  <a:pt x="70946" y="5979"/>
                </a:lnTo>
                <a:lnTo>
                  <a:pt x="76043" y="9385"/>
                </a:lnTo>
                <a:lnTo>
                  <a:pt x="80462" y="13805"/>
                </a:lnTo>
                <a:lnTo>
                  <a:pt x="84882" y="18224"/>
                </a:lnTo>
                <a:lnTo>
                  <a:pt x="88288" y="23322"/>
                </a:lnTo>
                <a:lnTo>
                  <a:pt x="90680" y="29096"/>
                </a:lnTo>
                <a:lnTo>
                  <a:pt x="93072" y="34871"/>
                </a:lnTo>
                <a:lnTo>
                  <a:pt x="94268" y="40883"/>
                </a:lnTo>
                <a:lnTo>
                  <a:pt x="94268" y="53384"/>
                </a:lnTo>
                <a:lnTo>
                  <a:pt x="93072" y="59396"/>
                </a:lnTo>
                <a:lnTo>
                  <a:pt x="90680" y="65171"/>
                </a:lnTo>
                <a:lnTo>
                  <a:pt x="88288" y="70945"/>
                </a:lnTo>
                <a:lnTo>
                  <a:pt x="84882" y="76043"/>
                </a:lnTo>
                <a:lnTo>
                  <a:pt x="80462" y="80462"/>
                </a:lnTo>
                <a:lnTo>
                  <a:pt x="76043" y="84882"/>
                </a:lnTo>
                <a:lnTo>
                  <a:pt x="70946" y="88288"/>
                </a:lnTo>
                <a:lnTo>
                  <a:pt x="65171" y="90680"/>
                </a:lnTo>
                <a:lnTo>
                  <a:pt x="59396" y="93072"/>
                </a:lnTo>
                <a:lnTo>
                  <a:pt x="53384" y="94268"/>
                </a:lnTo>
                <a:lnTo>
                  <a:pt x="40883" y="94268"/>
                </a:lnTo>
                <a:lnTo>
                  <a:pt x="34871" y="93072"/>
                </a:lnTo>
                <a:lnTo>
                  <a:pt x="29096" y="90680"/>
                </a:lnTo>
                <a:lnTo>
                  <a:pt x="23322" y="88288"/>
                </a:lnTo>
                <a:lnTo>
                  <a:pt x="18224" y="84882"/>
                </a:lnTo>
                <a:lnTo>
                  <a:pt x="13805" y="80462"/>
                </a:lnTo>
                <a:lnTo>
                  <a:pt x="9385" y="76043"/>
                </a:lnTo>
                <a:lnTo>
                  <a:pt x="5979" y="70945"/>
                </a:lnTo>
                <a:lnTo>
                  <a:pt x="3587" y="65171"/>
                </a:lnTo>
                <a:lnTo>
                  <a:pt x="1195" y="59396"/>
                </a:lnTo>
                <a:lnTo>
                  <a:pt x="0" y="53384"/>
                </a:lnTo>
                <a:lnTo>
                  <a:pt x="0" y="47134"/>
                </a:lnTo>
                <a:close/>
              </a:path>
            </a:pathLst>
          </a:custGeom>
          <a:solidFill>
            <a:srgbClr val="D1B04B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3" name="object 1633"/>
          <p:cNvSpPr/>
          <p:nvPr/>
        </p:nvSpPr>
        <p:spPr>
          <a:xfrm>
            <a:off x="5782205" y="2049280"/>
            <a:ext cx="94268" cy="94268"/>
          </a:xfrm>
          <a:custGeom>
            <a:avLst/>
            <a:gdLst/>
            <a:ahLst/>
            <a:cxnLst/>
            <a:rect b="b" l="l" r="r" t="t"/>
            <a:pathLst>
              <a:path h="94268" w="94268">
                <a:moveTo>
                  <a:pt x="0" y="47134"/>
                </a:moveTo>
                <a:lnTo>
                  <a:pt x="0" y="40883"/>
                </a:lnTo>
                <a:lnTo>
                  <a:pt x="1195" y="34871"/>
                </a:lnTo>
                <a:lnTo>
                  <a:pt x="3587" y="29096"/>
                </a:lnTo>
                <a:lnTo>
                  <a:pt x="5979" y="23322"/>
                </a:lnTo>
                <a:lnTo>
                  <a:pt x="9385" y="18224"/>
                </a:lnTo>
                <a:lnTo>
                  <a:pt x="13805" y="13805"/>
                </a:lnTo>
                <a:lnTo>
                  <a:pt x="18224" y="9385"/>
                </a:lnTo>
                <a:lnTo>
                  <a:pt x="23322" y="5979"/>
                </a:lnTo>
                <a:lnTo>
                  <a:pt x="29096" y="3587"/>
                </a:lnTo>
                <a:lnTo>
                  <a:pt x="34871" y="1195"/>
                </a:lnTo>
                <a:lnTo>
                  <a:pt x="40883" y="0"/>
                </a:lnTo>
                <a:lnTo>
                  <a:pt x="53384" y="0"/>
                </a:lnTo>
                <a:lnTo>
                  <a:pt x="59396" y="1195"/>
                </a:lnTo>
                <a:lnTo>
                  <a:pt x="65171" y="3587"/>
                </a:lnTo>
                <a:lnTo>
                  <a:pt x="70946" y="5979"/>
                </a:lnTo>
                <a:lnTo>
                  <a:pt x="76043" y="9385"/>
                </a:lnTo>
                <a:lnTo>
                  <a:pt x="80462" y="13805"/>
                </a:lnTo>
                <a:lnTo>
                  <a:pt x="84882" y="18224"/>
                </a:lnTo>
                <a:lnTo>
                  <a:pt x="88288" y="23322"/>
                </a:lnTo>
                <a:lnTo>
                  <a:pt x="90680" y="29096"/>
                </a:lnTo>
                <a:lnTo>
                  <a:pt x="93072" y="34871"/>
                </a:lnTo>
                <a:lnTo>
                  <a:pt x="94268" y="40883"/>
                </a:lnTo>
                <a:lnTo>
                  <a:pt x="94268" y="53384"/>
                </a:lnTo>
                <a:lnTo>
                  <a:pt x="93072" y="59396"/>
                </a:lnTo>
                <a:lnTo>
                  <a:pt x="90680" y="65171"/>
                </a:lnTo>
                <a:lnTo>
                  <a:pt x="88288" y="70945"/>
                </a:lnTo>
                <a:lnTo>
                  <a:pt x="84882" y="76043"/>
                </a:lnTo>
                <a:lnTo>
                  <a:pt x="80462" y="80462"/>
                </a:lnTo>
                <a:lnTo>
                  <a:pt x="76043" y="84882"/>
                </a:lnTo>
                <a:lnTo>
                  <a:pt x="70946" y="88288"/>
                </a:lnTo>
                <a:lnTo>
                  <a:pt x="65171" y="90680"/>
                </a:lnTo>
                <a:lnTo>
                  <a:pt x="59396" y="93072"/>
                </a:lnTo>
                <a:lnTo>
                  <a:pt x="53384" y="94268"/>
                </a:lnTo>
                <a:lnTo>
                  <a:pt x="40883" y="94268"/>
                </a:lnTo>
                <a:lnTo>
                  <a:pt x="34871" y="93072"/>
                </a:lnTo>
                <a:lnTo>
                  <a:pt x="29096" y="90680"/>
                </a:lnTo>
                <a:lnTo>
                  <a:pt x="23322" y="88288"/>
                </a:lnTo>
                <a:lnTo>
                  <a:pt x="18224" y="84882"/>
                </a:lnTo>
                <a:lnTo>
                  <a:pt x="13805" y="80462"/>
                </a:lnTo>
                <a:lnTo>
                  <a:pt x="9385" y="76043"/>
                </a:lnTo>
                <a:lnTo>
                  <a:pt x="5979" y="70945"/>
                </a:lnTo>
                <a:lnTo>
                  <a:pt x="3587" y="65171"/>
                </a:lnTo>
                <a:lnTo>
                  <a:pt x="1195" y="59396"/>
                </a:lnTo>
                <a:lnTo>
                  <a:pt x="0" y="53384"/>
                </a:lnTo>
                <a:lnTo>
                  <a:pt x="0" y="47134"/>
                </a:lnTo>
                <a:close/>
              </a:path>
            </a:pathLst>
          </a:custGeom>
          <a:solidFill>
            <a:srgbClr val="A2613A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4" name="object 1634"/>
          <p:cNvSpPr/>
          <p:nvPr/>
        </p:nvSpPr>
        <p:spPr>
          <a:xfrm>
            <a:off x="8605837" y="233362"/>
            <a:ext cx="1847849" cy="1438274"/>
          </a:xfrm>
          <a:custGeom>
            <a:avLst/>
            <a:gdLst/>
            <a:ahLst/>
            <a:cxnLst/>
            <a:rect b="b" l="l" r="r" t="t"/>
            <a:pathLst>
              <a:path h="1438274" w="1847849">
                <a:moveTo>
                  <a:pt x="5399" y="226169"/>
                </a:move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1566862" y="0"/>
                </a:lnTo>
                <a:lnTo>
                  <a:pt x="1579563" y="287"/>
                </a:lnTo>
                <a:lnTo>
                  <a:pt x="1619543" y="4982"/>
                </a:lnTo>
                <a:lnTo>
                  <a:pt x="1660499" y="16060"/>
                </a:lnTo>
                <a:lnTo>
                  <a:pt x="1697395" y="32159"/>
                </a:lnTo>
                <a:lnTo>
                  <a:pt x="1733371" y="54649"/>
                </a:lnTo>
                <a:lnTo>
                  <a:pt x="1764005" y="80765"/>
                </a:lnTo>
                <a:lnTo>
                  <a:pt x="1791904" y="112731"/>
                </a:lnTo>
                <a:lnTo>
                  <a:pt x="1813637" y="146614"/>
                </a:lnTo>
                <a:lnTo>
                  <a:pt x="1831056" y="185302"/>
                </a:lnTo>
                <a:lnTo>
                  <a:pt x="1842017" y="224036"/>
                </a:lnTo>
                <a:lnTo>
                  <a:pt x="1847456" y="266114"/>
                </a:lnTo>
                <a:lnTo>
                  <a:pt x="1847849" y="1157287"/>
                </a:lnTo>
                <a:lnTo>
                  <a:pt x="1847562" y="1169988"/>
                </a:lnTo>
                <a:lnTo>
                  <a:pt x="1842867" y="1209968"/>
                </a:lnTo>
                <a:lnTo>
                  <a:pt x="1831789" y="1250924"/>
                </a:lnTo>
                <a:lnTo>
                  <a:pt x="1815690" y="1287820"/>
                </a:lnTo>
                <a:lnTo>
                  <a:pt x="1793200" y="1323797"/>
                </a:lnTo>
                <a:lnTo>
                  <a:pt x="1767084" y="1354430"/>
                </a:lnTo>
                <a:lnTo>
                  <a:pt x="1735118" y="1382329"/>
                </a:lnTo>
                <a:lnTo>
                  <a:pt x="1701235" y="1404062"/>
                </a:lnTo>
                <a:lnTo>
                  <a:pt x="1662547" y="1421481"/>
                </a:lnTo>
                <a:lnTo>
                  <a:pt x="1623813" y="1432442"/>
                </a:lnTo>
                <a:lnTo>
                  <a:pt x="1581735" y="1437881"/>
                </a:lnTo>
                <a:lnTo>
                  <a:pt x="280987" y="1438274"/>
                </a:lnTo>
                <a:lnTo>
                  <a:pt x="268286" y="1437987"/>
                </a:lnTo>
                <a:lnTo>
                  <a:pt x="228306" y="1433292"/>
                </a:lnTo>
                <a:lnTo>
                  <a:pt x="187350" y="1422214"/>
                </a:lnTo>
                <a:lnTo>
                  <a:pt x="150454" y="1406115"/>
                </a:lnTo>
                <a:lnTo>
                  <a:pt x="114477" y="1383625"/>
                </a:lnTo>
                <a:lnTo>
                  <a:pt x="83844" y="1357509"/>
                </a:lnTo>
                <a:lnTo>
                  <a:pt x="55945" y="1325544"/>
                </a:lnTo>
                <a:lnTo>
                  <a:pt x="34212" y="1291659"/>
                </a:lnTo>
                <a:lnTo>
                  <a:pt x="16793" y="1252972"/>
                </a:lnTo>
                <a:lnTo>
                  <a:pt x="5832" y="1214238"/>
                </a:lnTo>
                <a:lnTo>
                  <a:pt x="393" y="1172160"/>
                </a:lnTo>
                <a:lnTo>
                  <a:pt x="0" y="280987"/>
                </a:lnTo>
                <a:lnTo>
                  <a:pt x="287" y="268286"/>
                </a:lnTo>
                <a:lnTo>
                  <a:pt x="4982" y="228306"/>
                </a:lnTo>
                <a:lnTo>
                  <a:pt x="5399" y="226169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5" name="object 1635"/>
          <p:cNvSpPr/>
          <p:nvPr/>
        </p:nvSpPr>
        <p:spPr>
          <a:xfrm>
            <a:off x="8605837" y="233362"/>
            <a:ext cx="1847849" cy="1438274"/>
          </a:xfrm>
          <a:custGeom>
            <a:avLst/>
            <a:gdLst/>
            <a:ahLst/>
            <a:cxnLst/>
            <a:rect b="b" l="l" r="r" t="t"/>
            <a:pathLst>
              <a:path h="1438274" w="1847849">
                <a:moveTo>
                  <a:pt x="0" y="1157287"/>
                </a:moveTo>
                <a:lnTo>
                  <a:pt x="0" y="280987"/>
                </a:lnTo>
                <a:lnTo>
                  <a:pt x="287" y="268286"/>
                </a:lnTo>
                <a:lnTo>
                  <a:pt x="4982" y="228306"/>
                </a:ln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280987" y="0"/>
                </a:lnTo>
                <a:lnTo>
                  <a:pt x="1566862" y="0"/>
                </a:lnTo>
                <a:lnTo>
                  <a:pt x="1607015" y="2883"/>
                </a:lnTo>
                <a:lnTo>
                  <a:pt x="1646343" y="11475"/>
                </a:lnTo>
                <a:lnTo>
                  <a:pt x="1686016" y="26514"/>
                </a:lnTo>
                <a:lnTo>
                  <a:pt x="1721155" y="46152"/>
                </a:lnTo>
                <a:lnTo>
                  <a:pt x="1754755" y="72060"/>
                </a:lnTo>
                <a:lnTo>
                  <a:pt x="1782681" y="101053"/>
                </a:lnTo>
                <a:lnTo>
                  <a:pt x="1807312" y="135599"/>
                </a:lnTo>
                <a:lnTo>
                  <a:pt x="1825620" y="171450"/>
                </a:lnTo>
                <a:lnTo>
                  <a:pt x="1839162" y="211658"/>
                </a:lnTo>
                <a:lnTo>
                  <a:pt x="1846275" y="251280"/>
                </a:lnTo>
                <a:lnTo>
                  <a:pt x="1847849" y="280987"/>
                </a:lnTo>
                <a:lnTo>
                  <a:pt x="1847849" y="1157287"/>
                </a:lnTo>
                <a:lnTo>
                  <a:pt x="1844966" y="1197441"/>
                </a:lnTo>
                <a:lnTo>
                  <a:pt x="1836374" y="1236768"/>
                </a:lnTo>
                <a:lnTo>
                  <a:pt x="1821335" y="1276441"/>
                </a:lnTo>
                <a:lnTo>
                  <a:pt x="1801697" y="1311580"/>
                </a:lnTo>
                <a:lnTo>
                  <a:pt x="1775789" y="1345180"/>
                </a:lnTo>
                <a:lnTo>
                  <a:pt x="1746796" y="1373106"/>
                </a:lnTo>
                <a:lnTo>
                  <a:pt x="1712250" y="1397737"/>
                </a:lnTo>
                <a:lnTo>
                  <a:pt x="1676399" y="1416045"/>
                </a:lnTo>
                <a:lnTo>
                  <a:pt x="1636191" y="1429588"/>
                </a:lnTo>
                <a:lnTo>
                  <a:pt x="1596569" y="1436700"/>
                </a:lnTo>
                <a:lnTo>
                  <a:pt x="1566862" y="1438274"/>
                </a:lnTo>
                <a:lnTo>
                  <a:pt x="280987" y="1438274"/>
                </a:lnTo>
                <a:lnTo>
                  <a:pt x="240833" y="1435391"/>
                </a:lnTo>
                <a:lnTo>
                  <a:pt x="201506" y="1426799"/>
                </a:lnTo>
                <a:lnTo>
                  <a:pt x="161833" y="1411760"/>
                </a:lnTo>
                <a:lnTo>
                  <a:pt x="126694" y="1392122"/>
                </a:lnTo>
                <a:lnTo>
                  <a:pt x="93094" y="1366214"/>
                </a:lnTo>
                <a:lnTo>
                  <a:pt x="65168" y="1337221"/>
                </a:lnTo>
                <a:lnTo>
                  <a:pt x="40537" y="1302675"/>
                </a:lnTo>
                <a:lnTo>
                  <a:pt x="22229" y="1266824"/>
                </a:lnTo>
                <a:lnTo>
                  <a:pt x="8686" y="1226616"/>
                </a:lnTo>
                <a:lnTo>
                  <a:pt x="1574" y="1186994"/>
                </a:lnTo>
                <a:lnTo>
                  <a:pt x="0" y="115728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6" name="object 1636"/>
          <p:cNvSpPr/>
          <p:nvPr/>
        </p:nvSpPr>
        <p:spPr>
          <a:xfrm>
            <a:off x="9058274" y="552449"/>
            <a:ext cx="1257299" cy="219074"/>
          </a:xfrm>
          <a:custGeom>
            <a:avLst/>
            <a:gdLst/>
            <a:ahLst/>
            <a:cxnLst/>
            <a:rect b="b" l="l" r="r" t="t"/>
            <a:pathLst>
              <a:path h="219074" w="1257299">
                <a:moveTo>
                  <a:pt x="0" y="0"/>
                </a:moveTo>
                <a:lnTo>
                  <a:pt x="1257299" y="0"/>
                </a:lnTo>
                <a:lnTo>
                  <a:pt x="1257299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7" name="object 1637"/>
          <p:cNvSpPr/>
          <p:nvPr/>
        </p:nvSpPr>
        <p:spPr>
          <a:xfrm>
            <a:off x="9058274" y="790574"/>
            <a:ext cx="1257299" cy="219074"/>
          </a:xfrm>
          <a:custGeom>
            <a:avLst/>
            <a:gdLst/>
            <a:ahLst/>
            <a:cxnLst/>
            <a:rect b="b" l="l" r="r" t="t"/>
            <a:pathLst>
              <a:path h="219074" w="1257299">
                <a:moveTo>
                  <a:pt x="0" y="0"/>
                </a:moveTo>
                <a:lnTo>
                  <a:pt x="1257299" y="0"/>
                </a:lnTo>
                <a:lnTo>
                  <a:pt x="1257299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8" name="object 1638"/>
          <p:cNvSpPr/>
          <p:nvPr/>
        </p:nvSpPr>
        <p:spPr>
          <a:xfrm>
            <a:off x="9058274" y="1028699"/>
            <a:ext cx="1257299" cy="219074"/>
          </a:xfrm>
          <a:custGeom>
            <a:avLst/>
            <a:gdLst/>
            <a:ahLst/>
            <a:cxnLst/>
            <a:rect b="b" l="l" r="r" t="t"/>
            <a:pathLst>
              <a:path h="219074" w="1257299">
                <a:moveTo>
                  <a:pt x="0" y="0"/>
                </a:moveTo>
                <a:lnTo>
                  <a:pt x="1257299" y="0"/>
                </a:lnTo>
                <a:lnTo>
                  <a:pt x="1257299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39" name="object 1639"/>
          <p:cNvSpPr/>
          <p:nvPr/>
        </p:nvSpPr>
        <p:spPr>
          <a:xfrm>
            <a:off x="9058274" y="1266824"/>
            <a:ext cx="1257299" cy="219074"/>
          </a:xfrm>
          <a:custGeom>
            <a:avLst/>
            <a:gdLst/>
            <a:ahLst/>
            <a:cxnLst/>
            <a:rect b="b" l="l" r="r" t="t"/>
            <a:pathLst>
              <a:path h="219074" w="1257299">
                <a:moveTo>
                  <a:pt x="0" y="0"/>
                </a:moveTo>
                <a:lnTo>
                  <a:pt x="1257299" y="0"/>
                </a:lnTo>
                <a:lnTo>
                  <a:pt x="1257299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0" name="object 1640"/>
          <p:cNvSpPr/>
          <p:nvPr/>
        </p:nvSpPr>
        <p:spPr>
          <a:xfrm>
            <a:off x="10567987" y="233362"/>
            <a:ext cx="1800224" cy="3590924"/>
          </a:xfrm>
          <a:custGeom>
            <a:avLst/>
            <a:gdLst/>
            <a:ahLst/>
            <a:cxnLst/>
            <a:rect b="b" l="l" r="r" t="t"/>
            <a:pathLst>
              <a:path h="3590924" w="1800224">
                <a:moveTo>
                  <a:pt x="8" y="3312114"/>
                </a:moveTo>
                <a:lnTo>
                  <a:pt x="0" y="280987"/>
                </a:lnTo>
                <a:lnTo>
                  <a:pt x="2883" y="240833"/>
                </a:lnTo>
                <a:lnTo>
                  <a:pt x="11475" y="201506"/>
                </a:lnTo>
                <a:lnTo>
                  <a:pt x="26514" y="161833"/>
                </a:lnTo>
                <a:lnTo>
                  <a:pt x="46152" y="126693"/>
                </a:lnTo>
                <a:lnTo>
                  <a:pt x="72060" y="93094"/>
                </a:lnTo>
                <a:lnTo>
                  <a:pt x="101053" y="65168"/>
                </a:lnTo>
                <a:lnTo>
                  <a:pt x="135599" y="40537"/>
                </a:lnTo>
                <a:lnTo>
                  <a:pt x="171450" y="22229"/>
                </a:lnTo>
                <a:lnTo>
                  <a:pt x="211658" y="8686"/>
                </a:lnTo>
                <a:lnTo>
                  <a:pt x="251280" y="1574"/>
                </a:lnTo>
                <a:lnTo>
                  <a:pt x="1519237" y="0"/>
                </a:lnTo>
                <a:lnTo>
                  <a:pt x="1531938" y="287"/>
                </a:lnTo>
                <a:lnTo>
                  <a:pt x="1571918" y="4982"/>
                </a:lnTo>
                <a:lnTo>
                  <a:pt x="1612874" y="16060"/>
                </a:lnTo>
                <a:lnTo>
                  <a:pt x="1649769" y="32159"/>
                </a:lnTo>
                <a:lnTo>
                  <a:pt x="1685746" y="54649"/>
                </a:lnTo>
                <a:lnTo>
                  <a:pt x="1716380" y="80765"/>
                </a:lnTo>
                <a:lnTo>
                  <a:pt x="1744279" y="112731"/>
                </a:lnTo>
                <a:lnTo>
                  <a:pt x="1766012" y="146614"/>
                </a:lnTo>
                <a:lnTo>
                  <a:pt x="1783431" y="185302"/>
                </a:lnTo>
                <a:lnTo>
                  <a:pt x="1794392" y="224036"/>
                </a:lnTo>
                <a:lnTo>
                  <a:pt x="1799831" y="266114"/>
                </a:lnTo>
                <a:lnTo>
                  <a:pt x="1800224" y="3309937"/>
                </a:lnTo>
                <a:lnTo>
                  <a:pt x="1799937" y="3322638"/>
                </a:lnTo>
                <a:lnTo>
                  <a:pt x="1795242" y="3362618"/>
                </a:lnTo>
                <a:lnTo>
                  <a:pt x="1784163" y="3403574"/>
                </a:lnTo>
                <a:lnTo>
                  <a:pt x="1768065" y="3440469"/>
                </a:lnTo>
                <a:lnTo>
                  <a:pt x="1745574" y="3476446"/>
                </a:lnTo>
                <a:lnTo>
                  <a:pt x="1719458" y="3507079"/>
                </a:lnTo>
                <a:lnTo>
                  <a:pt x="1687493" y="3534979"/>
                </a:lnTo>
                <a:lnTo>
                  <a:pt x="1653609" y="3556712"/>
                </a:lnTo>
                <a:lnTo>
                  <a:pt x="1614922" y="3574131"/>
                </a:lnTo>
                <a:lnTo>
                  <a:pt x="1576188" y="3585092"/>
                </a:lnTo>
                <a:lnTo>
                  <a:pt x="1534110" y="3590531"/>
                </a:lnTo>
                <a:lnTo>
                  <a:pt x="280987" y="3590924"/>
                </a:lnTo>
                <a:lnTo>
                  <a:pt x="268286" y="3590637"/>
                </a:lnTo>
                <a:lnTo>
                  <a:pt x="228306" y="3585942"/>
                </a:lnTo>
                <a:lnTo>
                  <a:pt x="187350" y="3574863"/>
                </a:lnTo>
                <a:lnTo>
                  <a:pt x="150454" y="3558764"/>
                </a:lnTo>
                <a:lnTo>
                  <a:pt x="114477" y="3536274"/>
                </a:lnTo>
                <a:lnTo>
                  <a:pt x="83844" y="3510158"/>
                </a:lnTo>
                <a:lnTo>
                  <a:pt x="55945" y="3478193"/>
                </a:lnTo>
                <a:lnTo>
                  <a:pt x="34212" y="3444309"/>
                </a:lnTo>
                <a:lnTo>
                  <a:pt x="16793" y="3405621"/>
                </a:lnTo>
                <a:lnTo>
                  <a:pt x="5832" y="3366888"/>
                </a:lnTo>
                <a:lnTo>
                  <a:pt x="393" y="3324810"/>
                </a:lnTo>
                <a:lnTo>
                  <a:pt x="8" y="3312114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1" name="object 1641"/>
          <p:cNvSpPr/>
          <p:nvPr/>
        </p:nvSpPr>
        <p:spPr>
          <a:xfrm>
            <a:off x="10567987" y="233362"/>
            <a:ext cx="1800224" cy="3590924"/>
          </a:xfrm>
          <a:custGeom>
            <a:avLst/>
            <a:gdLst/>
            <a:ahLst/>
            <a:cxnLst/>
            <a:rect b="b" l="l" r="r" t="t"/>
            <a:pathLst>
              <a:path h="3590924" w="1800224">
                <a:moveTo>
                  <a:pt x="0" y="3309937"/>
                </a:moveTo>
                <a:lnTo>
                  <a:pt x="0" y="280987"/>
                </a:lnTo>
                <a:lnTo>
                  <a:pt x="287" y="268286"/>
                </a:lnTo>
                <a:lnTo>
                  <a:pt x="4982" y="228306"/>
                </a:lnTo>
                <a:lnTo>
                  <a:pt x="16060" y="187350"/>
                </a:lnTo>
                <a:lnTo>
                  <a:pt x="32159" y="150454"/>
                </a:lnTo>
                <a:lnTo>
                  <a:pt x="54649" y="114477"/>
                </a:lnTo>
                <a:lnTo>
                  <a:pt x="80765" y="83844"/>
                </a:lnTo>
                <a:lnTo>
                  <a:pt x="112731" y="55945"/>
                </a:lnTo>
                <a:lnTo>
                  <a:pt x="146614" y="34212"/>
                </a:lnTo>
                <a:lnTo>
                  <a:pt x="185302" y="16793"/>
                </a:lnTo>
                <a:lnTo>
                  <a:pt x="224036" y="5832"/>
                </a:lnTo>
                <a:lnTo>
                  <a:pt x="266114" y="393"/>
                </a:lnTo>
                <a:lnTo>
                  <a:pt x="280987" y="0"/>
                </a:lnTo>
                <a:lnTo>
                  <a:pt x="1519237" y="0"/>
                </a:lnTo>
                <a:lnTo>
                  <a:pt x="1559391" y="2883"/>
                </a:lnTo>
                <a:lnTo>
                  <a:pt x="1598717" y="11475"/>
                </a:lnTo>
                <a:lnTo>
                  <a:pt x="1638391" y="26514"/>
                </a:lnTo>
                <a:lnTo>
                  <a:pt x="1673530" y="46152"/>
                </a:lnTo>
                <a:lnTo>
                  <a:pt x="1707129" y="72060"/>
                </a:lnTo>
                <a:lnTo>
                  <a:pt x="1735055" y="101053"/>
                </a:lnTo>
                <a:lnTo>
                  <a:pt x="1759687" y="135599"/>
                </a:lnTo>
                <a:lnTo>
                  <a:pt x="1777994" y="171450"/>
                </a:lnTo>
                <a:lnTo>
                  <a:pt x="1791537" y="211658"/>
                </a:lnTo>
                <a:lnTo>
                  <a:pt x="1798650" y="251280"/>
                </a:lnTo>
                <a:lnTo>
                  <a:pt x="1800224" y="280987"/>
                </a:lnTo>
                <a:lnTo>
                  <a:pt x="1800224" y="3309937"/>
                </a:lnTo>
                <a:lnTo>
                  <a:pt x="1797341" y="3350090"/>
                </a:lnTo>
                <a:lnTo>
                  <a:pt x="1788749" y="3389417"/>
                </a:lnTo>
                <a:lnTo>
                  <a:pt x="1773710" y="3429090"/>
                </a:lnTo>
                <a:lnTo>
                  <a:pt x="1754072" y="3464230"/>
                </a:lnTo>
                <a:lnTo>
                  <a:pt x="1728164" y="3497829"/>
                </a:lnTo>
                <a:lnTo>
                  <a:pt x="1699171" y="3525755"/>
                </a:lnTo>
                <a:lnTo>
                  <a:pt x="1664625" y="3550387"/>
                </a:lnTo>
                <a:lnTo>
                  <a:pt x="1628774" y="3568694"/>
                </a:lnTo>
                <a:lnTo>
                  <a:pt x="1588566" y="3582237"/>
                </a:lnTo>
                <a:lnTo>
                  <a:pt x="1548944" y="3589350"/>
                </a:lnTo>
                <a:lnTo>
                  <a:pt x="1519237" y="3590924"/>
                </a:lnTo>
                <a:lnTo>
                  <a:pt x="280987" y="3590924"/>
                </a:lnTo>
                <a:lnTo>
                  <a:pt x="240833" y="3588041"/>
                </a:lnTo>
                <a:lnTo>
                  <a:pt x="201506" y="3579449"/>
                </a:lnTo>
                <a:lnTo>
                  <a:pt x="161833" y="3564409"/>
                </a:lnTo>
                <a:lnTo>
                  <a:pt x="126694" y="3544772"/>
                </a:lnTo>
                <a:lnTo>
                  <a:pt x="93094" y="3518864"/>
                </a:lnTo>
                <a:lnTo>
                  <a:pt x="65168" y="3489871"/>
                </a:lnTo>
                <a:lnTo>
                  <a:pt x="40537" y="3455324"/>
                </a:lnTo>
                <a:lnTo>
                  <a:pt x="22229" y="3419474"/>
                </a:lnTo>
                <a:lnTo>
                  <a:pt x="8686" y="3379265"/>
                </a:lnTo>
                <a:lnTo>
                  <a:pt x="1574" y="3339644"/>
                </a:lnTo>
                <a:lnTo>
                  <a:pt x="0" y="330993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2" name="object 1642"/>
          <p:cNvSpPr/>
          <p:nvPr/>
        </p:nvSpPr>
        <p:spPr>
          <a:xfrm>
            <a:off x="11268074" y="552449"/>
            <a:ext cx="962024" cy="219074"/>
          </a:xfrm>
          <a:custGeom>
            <a:avLst/>
            <a:gdLst/>
            <a:ahLst/>
            <a:cxnLst/>
            <a:rect b="b" l="l" r="r" t="t"/>
            <a:pathLst>
              <a:path h="219074" w="962024">
                <a:moveTo>
                  <a:pt x="0" y="0"/>
                </a:moveTo>
                <a:lnTo>
                  <a:pt x="962024" y="0"/>
                </a:lnTo>
                <a:lnTo>
                  <a:pt x="9620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3" name="object 1643"/>
          <p:cNvSpPr/>
          <p:nvPr/>
        </p:nvSpPr>
        <p:spPr>
          <a:xfrm>
            <a:off x="11458574" y="79057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4" name="object 1644"/>
          <p:cNvSpPr/>
          <p:nvPr/>
        </p:nvSpPr>
        <p:spPr>
          <a:xfrm>
            <a:off x="11458574" y="102869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5" name="object 1645"/>
          <p:cNvSpPr/>
          <p:nvPr/>
        </p:nvSpPr>
        <p:spPr>
          <a:xfrm>
            <a:off x="11458574" y="126682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6" name="object 1646"/>
          <p:cNvSpPr/>
          <p:nvPr/>
        </p:nvSpPr>
        <p:spPr>
          <a:xfrm>
            <a:off x="11458574" y="150494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7" name="object 1647"/>
          <p:cNvSpPr/>
          <p:nvPr/>
        </p:nvSpPr>
        <p:spPr>
          <a:xfrm>
            <a:off x="11458574" y="174307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8" name="object 1648"/>
          <p:cNvSpPr/>
          <p:nvPr/>
        </p:nvSpPr>
        <p:spPr>
          <a:xfrm>
            <a:off x="11458574" y="198119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49" name="object 1649"/>
          <p:cNvSpPr/>
          <p:nvPr/>
        </p:nvSpPr>
        <p:spPr>
          <a:xfrm>
            <a:off x="11458574" y="221932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50" name="object 1650"/>
          <p:cNvSpPr/>
          <p:nvPr/>
        </p:nvSpPr>
        <p:spPr>
          <a:xfrm>
            <a:off x="11458574" y="245744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51" name="object 1651"/>
          <p:cNvSpPr/>
          <p:nvPr/>
        </p:nvSpPr>
        <p:spPr>
          <a:xfrm>
            <a:off x="11458574" y="269557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52" name="object 1652"/>
          <p:cNvSpPr/>
          <p:nvPr/>
        </p:nvSpPr>
        <p:spPr>
          <a:xfrm>
            <a:off x="11458574" y="293369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53" name="object 1653"/>
          <p:cNvSpPr/>
          <p:nvPr/>
        </p:nvSpPr>
        <p:spPr>
          <a:xfrm>
            <a:off x="11458574" y="3171824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654" name="object 1654"/>
          <p:cNvSpPr/>
          <p:nvPr/>
        </p:nvSpPr>
        <p:spPr>
          <a:xfrm>
            <a:off x="11458574" y="3409949"/>
            <a:ext cx="771524" cy="219074"/>
          </a:xfrm>
          <a:custGeom>
            <a:avLst/>
            <a:gdLst/>
            <a:ahLst/>
            <a:cxnLst/>
            <a:rect b="b" l="l" r="r" t="t"/>
            <a:pathLst>
              <a:path h="219074" w="771524">
                <a:moveTo>
                  <a:pt x="0" y="0"/>
                </a:moveTo>
                <a:lnTo>
                  <a:pt x="771524" y="0"/>
                </a:lnTo>
                <a:lnTo>
                  <a:pt x="771524" y="219074"/>
                </a:lnTo>
                <a:lnTo>
                  <a:pt x="0" y="2190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125" name="object 125"/>
          <p:cNvSpPr txBox="1"/>
          <p:nvPr/>
        </p:nvSpPr>
        <p:spPr>
          <a:xfrm>
            <a:off x="10960099" y="1031906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8807449" y="1041431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1201349" y="1041431"/>
            <a:ext cx="215228" cy="190468"/>
          </a:xfrm>
          <a:prstGeom prst="rect">
            <a:avLst/>
          </a:prstGeom>
        </p:spPr>
        <p:txBody>
          <a:bodyPr bIns="0" lIns="0" rIns="0" rtlCol="0" tIns="12700" wrap="square">
            <a:noAutofit/>
          </a:bodyPr>
          <a:lstStyle/>
          <a:p>
            <a:pPr marL="12700">
              <a:lnSpc>
                <a:spcPct val="83333"/>
              </a:lnSpc>
            </a:pPr>
            <a:r>
              <a:rPr dirty="0" smtClean="0" sz="130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endParaRPr sz="1300">
              <a:latin typeface="Segoe Fluent Icons"/>
              <a:cs typeface="Segoe Fluent Icons"/>
            </a:endParaRPr>
          </a:p>
        </p:txBody>
      </p:sp>
      <p:sp>
        <p:nvSpPr>
          <p:cNvPr id="122" name="object 122"/>
          <p:cNvSpPr txBox="1"/>
          <p:nvPr/>
        </p:nvSpPr>
        <p:spPr>
          <a:xfrm rot="16200000">
            <a:off x="0" y="2947780"/>
            <a:ext cx="1460871" cy="170815"/>
          </a:xfrm>
          <a:prstGeom prst="rect">
            <a:avLst/>
          </a:prstGeom>
        </p:spPr>
        <p:txBody>
          <a:bodyPr bIns="0" lIns="0" rIns="0" rtlCol="0" tIns="8540" wrap="square">
            <a:noAutofit/>
          </a:bodyPr>
          <a:lstStyle/>
          <a:p>
            <a:pPr marL="12700">
              <a:lnSpc>
                <a:spcPts val="1345"/>
              </a:lnSpc>
            </a:pPr>
            <a:r>
              <a:rPr dirty="0" smtClean="0" spc="-29" sz="1200">
                <a:solidFill>
                  <a:srgbClr val="252423"/>
                </a:solidFill>
                <a:latin typeface="Verdana"/>
                <a:cs typeface="Verdana"/>
              </a:rPr>
              <a:t>A</a:t>
            </a:r>
            <a:r>
              <a:rPr dirty="0" smtClean="0" spc="-9" sz="1200">
                <a:solidFill>
                  <a:srgbClr val="252423"/>
                </a:solidFill>
                <a:latin typeface="Verdana"/>
                <a:cs typeface="Verdana"/>
              </a:rPr>
              <a:t>v</a:t>
            </a:r>
            <a:r>
              <a:rPr dirty="0" smtClean="0" spc="0" sz="1200">
                <a:solidFill>
                  <a:srgbClr val="252423"/>
                </a:solidFill>
                <a:latin typeface="Verdana"/>
                <a:cs typeface="Verdana"/>
              </a:rPr>
              <a:t>e</a:t>
            </a:r>
            <a:r>
              <a:rPr dirty="0" smtClean="0" spc="-19" sz="1200">
                <a:solidFill>
                  <a:srgbClr val="252423"/>
                </a:solidFill>
                <a:latin typeface="Verdana"/>
                <a:cs typeface="Verdana"/>
              </a:rPr>
              <a:t>r</a:t>
            </a:r>
            <a:r>
              <a:rPr dirty="0" smtClean="0" spc="0" sz="1200">
                <a:solidFill>
                  <a:srgbClr val="252423"/>
                </a:solidFill>
                <a:latin typeface="Verdana"/>
                <a:cs typeface="Verdana"/>
              </a:rPr>
              <a:t>age</a:t>
            </a:r>
            <a:r>
              <a:rPr dirty="0" smtClean="0" spc="-29" sz="12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200">
                <a:solidFill>
                  <a:srgbClr val="252423"/>
                </a:solidFill>
                <a:latin typeface="Verdana"/>
                <a:cs typeface="Verdana"/>
              </a:rPr>
              <a:t>Income</a:t>
            </a:r>
            <a:r>
              <a:rPr dirty="0" smtClean="0" spc="0" sz="12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200">
                <a:solidFill>
                  <a:srgbClr val="252423"/>
                </a:solidFill>
                <a:latin typeface="Verdana"/>
                <a:cs typeface="Verdana"/>
              </a:rPr>
              <a:t>…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1" name="object 121"/>
          <p:cNvSpPr txBox="1"/>
          <p:nvPr/>
        </p:nvSpPr>
        <p:spPr>
          <a:xfrm rot="16200000">
            <a:off x="1285469" y="2677874"/>
            <a:ext cx="491659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marL="12700" marR="17144">
              <a:lnSpc>
                <a:spcPts val="994"/>
              </a:lnSpc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35K</a:t>
            </a:r>
            <a:endParaRPr sz="900">
              <a:latin typeface="Times New Roman"/>
              <a:cs typeface="Times New Roman"/>
            </a:endParaRPr>
          </a:p>
          <a:p>
            <a:pPr marL="117840">
              <a:lnSpc>
                <a:spcPct val="95825"/>
              </a:lnSpc>
              <a:spcBef>
                <a:spcPts val="688"/>
              </a:spcBef>
            </a:pPr>
            <a:r>
              <a:rPr dirty="0" smtClean="0" sz="900">
                <a:solidFill>
                  <a:srgbClr val="F9F6F1"/>
                </a:solidFill>
                <a:latin typeface="Times New Roman"/>
                <a:cs typeface="Times New Roman"/>
              </a:rPr>
              <a:t>60K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 txBox="1"/>
          <p:nvPr/>
        </p:nvSpPr>
        <p:spPr>
          <a:xfrm rot="16200000">
            <a:off x="2212470" y="2678581"/>
            <a:ext cx="680875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algn="ctr" marR="106500">
              <a:lnSpc>
                <a:spcPts val="994"/>
              </a:lnSpc>
            </a:pPr>
            <a:r>
              <a:rPr dirty="0" smtClean="0" spc="-36" sz="900">
                <a:solidFill>
                  <a:srgbClr val="605D5C"/>
                </a:solidFill>
                <a:latin typeface="Times New Roman"/>
                <a:cs typeface="Times New Roman"/>
              </a:rPr>
              <a:t>35K</a:t>
            </a:r>
            <a:endParaRPr sz="900">
              <a:latin typeface="Times New Roman"/>
              <a:cs typeface="Times New Roman"/>
            </a:endParaRPr>
          </a:p>
          <a:p>
            <a:pPr algn="ctr" marL="57392" marR="46333">
              <a:lnSpc>
                <a:spcPct val="95825"/>
              </a:lnSpc>
              <a:spcBef>
                <a:spcPts val="688"/>
              </a:spcBef>
            </a:pPr>
            <a:r>
              <a:rPr dirty="0" smtClean="0" spc="-51" sz="900">
                <a:solidFill>
                  <a:srgbClr val="605D5C"/>
                </a:solidFill>
                <a:latin typeface="Times New Roman"/>
                <a:cs typeface="Times New Roman"/>
              </a:rPr>
              <a:t>38K</a:t>
            </a:r>
            <a:endParaRPr sz="900">
              <a:latin typeface="Times New Roman"/>
              <a:cs typeface="Times New Roman"/>
            </a:endParaRPr>
          </a:p>
          <a:p>
            <a:pPr marL="116426">
              <a:lnSpc>
                <a:spcPct val="95825"/>
              </a:lnSpc>
              <a:spcBef>
                <a:spcPts val="738"/>
              </a:spcBef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40K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 rot="16200000">
            <a:off x="3094194" y="2836331"/>
            <a:ext cx="510306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marL="12700" marR="17144">
              <a:lnSpc>
                <a:spcPts val="994"/>
              </a:lnSpc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27K</a:t>
            </a:r>
            <a:endParaRPr sz="900">
              <a:latin typeface="Times New Roman"/>
              <a:cs typeface="Times New Roman"/>
            </a:endParaRPr>
          </a:p>
          <a:p>
            <a:pPr marL="146679">
              <a:lnSpc>
                <a:spcPct val="95825"/>
              </a:lnSpc>
              <a:spcBef>
                <a:spcPts val="688"/>
              </a:spcBef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33K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 rot="16200000">
            <a:off x="3998575" y="2872523"/>
            <a:ext cx="519594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marL="12700" marR="17144">
              <a:lnSpc>
                <a:spcPts val="994"/>
              </a:lnSpc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25K</a:t>
            </a:r>
            <a:endParaRPr sz="900">
              <a:latin typeface="Times New Roman"/>
              <a:cs typeface="Times New Roman"/>
            </a:endParaRPr>
          </a:p>
          <a:p>
            <a:pPr marL="160531">
              <a:lnSpc>
                <a:spcPct val="95825"/>
              </a:lnSpc>
              <a:spcBef>
                <a:spcPts val="688"/>
              </a:spcBef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32K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 rot="16200000">
            <a:off x="4889006" y="2763322"/>
            <a:ext cx="781949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marL="12700" marR="17144">
              <a:lnSpc>
                <a:spcPts val="994"/>
              </a:lnSpc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26K</a:t>
            </a:r>
            <a:endParaRPr sz="900">
              <a:latin typeface="Times New Roman"/>
              <a:cs typeface="Times New Roman"/>
            </a:endParaRPr>
          </a:p>
          <a:p>
            <a:pPr marL="184514" marR="17144">
              <a:lnSpc>
                <a:spcPct val="95825"/>
              </a:lnSpc>
              <a:spcBef>
                <a:spcPts val="688"/>
              </a:spcBef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35K</a:t>
            </a:r>
            <a:endParaRPr sz="900">
              <a:latin typeface="Times New Roman"/>
              <a:cs typeface="Times New Roman"/>
            </a:endParaRPr>
          </a:p>
          <a:p>
            <a:pPr marL="301054">
              <a:lnSpc>
                <a:spcPct val="95825"/>
              </a:lnSpc>
              <a:spcBef>
                <a:spcPts val="738"/>
              </a:spcBef>
            </a:pPr>
            <a:r>
              <a:rPr dirty="0" smtClean="0" sz="900">
                <a:solidFill>
                  <a:srgbClr val="F9F6F1"/>
                </a:solidFill>
                <a:latin typeface="Times New Roman"/>
                <a:cs typeface="Times New Roman"/>
              </a:rPr>
              <a:t>60K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 rot="16200000">
            <a:off x="5855974" y="2792835"/>
            <a:ext cx="440891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marL="28449">
              <a:lnSpc>
                <a:spcPts val="994"/>
              </a:lnSpc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32K</a:t>
            </a:r>
            <a:endParaRPr sz="900">
              <a:latin typeface="Times New Roman"/>
              <a:cs typeface="Times New Roman"/>
            </a:endParaRPr>
          </a:p>
          <a:p>
            <a:pPr marL="12700" marR="17144">
              <a:lnSpc>
                <a:spcPct val="95825"/>
              </a:lnSpc>
              <a:spcBef>
                <a:spcPts val="688"/>
              </a:spcBef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32K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 rot="16200000">
            <a:off x="6754427" y="2705278"/>
            <a:ext cx="462033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marL="12700" marR="17144">
              <a:lnSpc>
                <a:spcPts val="994"/>
              </a:lnSpc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35K</a:t>
            </a:r>
            <a:endParaRPr sz="900">
              <a:latin typeface="Times New Roman"/>
              <a:cs typeface="Times New Roman"/>
            </a:endParaRPr>
          </a:p>
          <a:p>
            <a:pPr marL="68218">
              <a:lnSpc>
                <a:spcPct val="95825"/>
              </a:lnSpc>
              <a:spcBef>
                <a:spcPts val="688"/>
              </a:spcBef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38K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 rot="16200000">
            <a:off x="7653076" y="2800078"/>
            <a:ext cx="257616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marL="12700">
              <a:lnSpc>
                <a:spcPts val="994"/>
              </a:lnSpc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32K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 rot="16200000">
            <a:off x="7878244" y="2610918"/>
            <a:ext cx="257616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marL="12700">
              <a:lnSpc>
                <a:spcPts val="994"/>
              </a:lnSpc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41K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 rot="16200000">
            <a:off x="8101101" y="2416366"/>
            <a:ext cx="262239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marL="12700">
              <a:lnSpc>
                <a:spcPts val="994"/>
              </a:lnSpc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50K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 rot="16200000">
            <a:off x="8550750" y="2791584"/>
            <a:ext cx="505484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marL="12700" marR="17144">
              <a:lnSpc>
                <a:spcPts val="994"/>
              </a:lnSpc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29K</a:t>
            </a:r>
            <a:endParaRPr sz="900">
              <a:latin typeface="Times New Roman"/>
              <a:cs typeface="Times New Roman"/>
            </a:endParaRPr>
          </a:p>
          <a:p>
            <a:pPr marL="133563">
              <a:lnSpc>
                <a:spcPct val="95825"/>
              </a:lnSpc>
              <a:spcBef>
                <a:spcPts val="688"/>
              </a:spcBef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35K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 rot="16200000">
            <a:off x="9471123" y="3041622"/>
            <a:ext cx="257616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marL="12700">
              <a:lnSpc>
                <a:spcPts val="994"/>
              </a:lnSpc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20K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 rot="16200000">
            <a:off x="9696292" y="2711428"/>
            <a:ext cx="257616" cy="126364"/>
          </a:xfrm>
          <a:prstGeom prst="rect">
            <a:avLst/>
          </a:prstGeom>
        </p:spPr>
        <p:txBody>
          <a:bodyPr bIns="0" lIns="0" rIns="0" rtlCol="0" tIns="6318" wrap="square">
            <a:noAutofit/>
          </a:bodyPr>
          <a:lstStyle/>
          <a:p>
            <a:pPr marL="12700">
              <a:lnSpc>
                <a:spcPts val="994"/>
              </a:lnSpc>
            </a:pPr>
            <a:r>
              <a:rPr dirty="0" smtClean="0" sz="900">
                <a:solidFill>
                  <a:srgbClr val="605D5C"/>
                </a:solidFill>
                <a:latin typeface="Times New Roman"/>
                <a:cs typeface="Times New Roman"/>
              </a:rPr>
              <a:t>36K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80999" y="5048249"/>
            <a:ext cx="461962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7" name="object 107"/>
          <p:cNvSpPr txBox="1"/>
          <p:nvPr/>
        </p:nvSpPr>
        <p:spPr>
          <a:xfrm>
            <a:off x="842962" y="5048249"/>
            <a:ext cx="552449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6" name="object 106"/>
          <p:cNvSpPr txBox="1"/>
          <p:nvPr/>
        </p:nvSpPr>
        <p:spPr>
          <a:xfrm>
            <a:off x="1395412" y="5048249"/>
            <a:ext cx="390524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5" name="object 105"/>
          <p:cNvSpPr txBox="1"/>
          <p:nvPr/>
        </p:nvSpPr>
        <p:spPr>
          <a:xfrm>
            <a:off x="1785937" y="5048249"/>
            <a:ext cx="1219199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4" name="object 104"/>
          <p:cNvSpPr txBox="1"/>
          <p:nvPr/>
        </p:nvSpPr>
        <p:spPr>
          <a:xfrm>
            <a:off x="3005137" y="5048249"/>
            <a:ext cx="685799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3" name="object 103"/>
          <p:cNvSpPr txBox="1"/>
          <p:nvPr/>
        </p:nvSpPr>
        <p:spPr>
          <a:xfrm>
            <a:off x="3690937" y="5048249"/>
            <a:ext cx="1624012" cy="2809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2" name="object 102"/>
          <p:cNvSpPr txBox="1"/>
          <p:nvPr/>
        </p:nvSpPr>
        <p:spPr>
          <a:xfrm>
            <a:off x="380999" y="5329237"/>
            <a:ext cx="461962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1" name="object 101"/>
          <p:cNvSpPr txBox="1"/>
          <p:nvPr/>
        </p:nvSpPr>
        <p:spPr>
          <a:xfrm>
            <a:off x="842962" y="5329237"/>
            <a:ext cx="552449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0" name="object 100"/>
          <p:cNvSpPr txBox="1"/>
          <p:nvPr/>
        </p:nvSpPr>
        <p:spPr>
          <a:xfrm>
            <a:off x="1395412" y="5329237"/>
            <a:ext cx="390524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9" name="object 99"/>
          <p:cNvSpPr txBox="1"/>
          <p:nvPr/>
        </p:nvSpPr>
        <p:spPr>
          <a:xfrm>
            <a:off x="1785937" y="5329237"/>
            <a:ext cx="1219199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8" name="object 98"/>
          <p:cNvSpPr txBox="1"/>
          <p:nvPr/>
        </p:nvSpPr>
        <p:spPr>
          <a:xfrm>
            <a:off x="3005137" y="5329237"/>
            <a:ext cx="685799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7" name="object 97"/>
          <p:cNvSpPr txBox="1"/>
          <p:nvPr/>
        </p:nvSpPr>
        <p:spPr>
          <a:xfrm>
            <a:off x="3690937" y="5329237"/>
            <a:ext cx="1624012" cy="20478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6" name="object 96"/>
          <p:cNvSpPr txBox="1"/>
          <p:nvPr/>
        </p:nvSpPr>
        <p:spPr>
          <a:xfrm>
            <a:off x="380999" y="5534024"/>
            <a:ext cx="46196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5" name="object 95"/>
          <p:cNvSpPr txBox="1"/>
          <p:nvPr/>
        </p:nvSpPr>
        <p:spPr>
          <a:xfrm>
            <a:off x="842962" y="5534024"/>
            <a:ext cx="55244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4" name="object 94"/>
          <p:cNvSpPr txBox="1"/>
          <p:nvPr/>
        </p:nvSpPr>
        <p:spPr>
          <a:xfrm>
            <a:off x="1395412" y="5534024"/>
            <a:ext cx="3905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3" name="object 93"/>
          <p:cNvSpPr txBox="1"/>
          <p:nvPr/>
        </p:nvSpPr>
        <p:spPr>
          <a:xfrm>
            <a:off x="1785937" y="5534024"/>
            <a:ext cx="12191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2" name="object 92"/>
          <p:cNvSpPr txBox="1"/>
          <p:nvPr/>
        </p:nvSpPr>
        <p:spPr>
          <a:xfrm>
            <a:off x="3005137" y="5534024"/>
            <a:ext cx="6857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1" name="object 91"/>
          <p:cNvSpPr txBox="1"/>
          <p:nvPr/>
        </p:nvSpPr>
        <p:spPr>
          <a:xfrm>
            <a:off x="3690937" y="5534024"/>
            <a:ext cx="162401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0" name="object 90"/>
          <p:cNvSpPr txBox="1"/>
          <p:nvPr/>
        </p:nvSpPr>
        <p:spPr>
          <a:xfrm>
            <a:off x="380999" y="5734049"/>
            <a:ext cx="46196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9" name="object 89"/>
          <p:cNvSpPr txBox="1"/>
          <p:nvPr/>
        </p:nvSpPr>
        <p:spPr>
          <a:xfrm>
            <a:off x="842962" y="5734049"/>
            <a:ext cx="55244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8" name="object 88"/>
          <p:cNvSpPr txBox="1"/>
          <p:nvPr/>
        </p:nvSpPr>
        <p:spPr>
          <a:xfrm>
            <a:off x="1395412" y="5734049"/>
            <a:ext cx="3905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7" name="object 87"/>
          <p:cNvSpPr txBox="1"/>
          <p:nvPr/>
        </p:nvSpPr>
        <p:spPr>
          <a:xfrm>
            <a:off x="1785937" y="5734049"/>
            <a:ext cx="12191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6" name="object 86"/>
          <p:cNvSpPr txBox="1"/>
          <p:nvPr/>
        </p:nvSpPr>
        <p:spPr>
          <a:xfrm>
            <a:off x="3005137" y="5734049"/>
            <a:ext cx="6857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5" name="object 85"/>
          <p:cNvSpPr txBox="1"/>
          <p:nvPr/>
        </p:nvSpPr>
        <p:spPr>
          <a:xfrm>
            <a:off x="3690937" y="5734049"/>
            <a:ext cx="162401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4" name="object 84"/>
          <p:cNvSpPr txBox="1"/>
          <p:nvPr/>
        </p:nvSpPr>
        <p:spPr>
          <a:xfrm>
            <a:off x="380999" y="5934074"/>
            <a:ext cx="46196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3" name="object 83"/>
          <p:cNvSpPr txBox="1"/>
          <p:nvPr/>
        </p:nvSpPr>
        <p:spPr>
          <a:xfrm>
            <a:off x="842962" y="5934074"/>
            <a:ext cx="55244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2" name="object 82"/>
          <p:cNvSpPr txBox="1"/>
          <p:nvPr/>
        </p:nvSpPr>
        <p:spPr>
          <a:xfrm>
            <a:off x="1395412" y="5934074"/>
            <a:ext cx="3905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1" name="object 81"/>
          <p:cNvSpPr txBox="1"/>
          <p:nvPr/>
        </p:nvSpPr>
        <p:spPr>
          <a:xfrm>
            <a:off x="1785937" y="5934074"/>
            <a:ext cx="12191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0" name="object 80"/>
          <p:cNvSpPr txBox="1"/>
          <p:nvPr/>
        </p:nvSpPr>
        <p:spPr>
          <a:xfrm>
            <a:off x="3005137" y="5934074"/>
            <a:ext cx="6857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9" name="object 79"/>
          <p:cNvSpPr txBox="1"/>
          <p:nvPr/>
        </p:nvSpPr>
        <p:spPr>
          <a:xfrm>
            <a:off x="3690937" y="5934074"/>
            <a:ext cx="162401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8" name="object 78"/>
          <p:cNvSpPr txBox="1"/>
          <p:nvPr/>
        </p:nvSpPr>
        <p:spPr>
          <a:xfrm>
            <a:off x="380999" y="6134099"/>
            <a:ext cx="46196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7" name="object 77"/>
          <p:cNvSpPr txBox="1"/>
          <p:nvPr/>
        </p:nvSpPr>
        <p:spPr>
          <a:xfrm>
            <a:off x="842962" y="6134099"/>
            <a:ext cx="55244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6" name="object 76"/>
          <p:cNvSpPr txBox="1"/>
          <p:nvPr/>
        </p:nvSpPr>
        <p:spPr>
          <a:xfrm>
            <a:off x="1395412" y="6134099"/>
            <a:ext cx="3905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5" name="object 75"/>
          <p:cNvSpPr txBox="1"/>
          <p:nvPr/>
        </p:nvSpPr>
        <p:spPr>
          <a:xfrm>
            <a:off x="1785937" y="6134099"/>
            <a:ext cx="12191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4" name="object 74"/>
          <p:cNvSpPr txBox="1"/>
          <p:nvPr/>
        </p:nvSpPr>
        <p:spPr>
          <a:xfrm>
            <a:off x="3005137" y="6134099"/>
            <a:ext cx="6857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3" name="object 73"/>
          <p:cNvSpPr txBox="1"/>
          <p:nvPr/>
        </p:nvSpPr>
        <p:spPr>
          <a:xfrm>
            <a:off x="3690937" y="6134099"/>
            <a:ext cx="162401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2" name="object 72"/>
          <p:cNvSpPr txBox="1"/>
          <p:nvPr/>
        </p:nvSpPr>
        <p:spPr>
          <a:xfrm>
            <a:off x="380999" y="6334124"/>
            <a:ext cx="46196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1" name="object 71"/>
          <p:cNvSpPr txBox="1"/>
          <p:nvPr/>
        </p:nvSpPr>
        <p:spPr>
          <a:xfrm>
            <a:off x="842962" y="6334124"/>
            <a:ext cx="55244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0" name="object 70"/>
          <p:cNvSpPr txBox="1"/>
          <p:nvPr/>
        </p:nvSpPr>
        <p:spPr>
          <a:xfrm>
            <a:off x="1395412" y="6334124"/>
            <a:ext cx="3905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9" name="object 69"/>
          <p:cNvSpPr txBox="1"/>
          <p:nvPr/>
        </p:nvSpPr>
        <p:spPr>
          <a:xfrm>
            <a:off x="1785937" y="6334124"/>
            <a:ext cx="12191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8" name="object 68"/>
          <p:cNvSpPr txBox="1"/>
          <p:nvPr/>
        </p:nvSpPr>
        <p:spPr>
          <a:xfrm>
            <a:off x="3005137" y="6334124"/>
            <a:ext cx="6857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7" name="object 67"/>
          <p:cNvSpPr txBox="1"/>
          <p:nvPr/>
        </p:nvSpPr>
        <p:spPr>
          <a:xfrm>
            <a:off x="3690937" y="6334124"/>
            <a:ext cx="162401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6" name="object 66"/>
          <p:cNvSpPr txBox="1"/>
          <p:nvPr/>
        </p:nvSpPr>
        <p:spPr>
          <a:xfrm>
            <a:off x="380999" y="6534149"/>
            <a:ext cx="46196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5" name="object 65"/>
          <p:cNvSpPr txBox="1"/>
          <p:nvPr/>
        </p:nvSpPr>
        <p:spPr>
          <a:xfrm>
            <a:off x="842962" y="6534149"/>
            <a:ext cx="55244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4" name="object 64"/>
          <p:cNvSpPr txBox="1"/>
          <p:nvPr/>
        </p:nvSpPr>
        <p:spPr>
          <a:xfrm>
            <a:off x="1395412" y="6534149"/>
            <a:ext cx="390524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3" name="object 63"/>
          <p:cNvSpPr txBox="1"/>
          <p:nvPr/>
        </p:nvSpPr>
        <p:spPr>
          <a:xfrm>
            <a:off x="1785937" y="6534149"/>
            <a:ext cx="12191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2" name="object 62"/>
          <p:cNvSpPr txBox="1"/>
          <p:nvPr/>
        </p:nvSpPr>
        <p:spPr>
          <a:xfrm>
            <a:off x="3005137" y="6534149"/>
            <a:ext cx="685799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1" name="object 61"/>
          <p:cNvSpPr txBox="1"/>
          <p:nvPr/>
        </p:nvSpPr>
        <p:spPr>
          <a:xfrm>
            <a:off x="3690937" y="6534149"/>
            <a:ext cx="1624012" cy="2000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0" name="object 60"/>
          <p:cNvSpPr txBox="1"/>
          <p:nvPr/>
        </p:nvSpPr>
        <p:spPr>
          <a:xfrm>
            <a:off x="380999" y="6734174"/>
            <a:ext cx="461962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9" name="object 59"/>
          <p:cNvSpPr txBox="1"/>
          <p:nvPr/>
        </p:nvSpPr>
        <p:spPr>
          <a:xfrm>
            <a:off x="842962" y="6734174"/>
            <a:ext cx="552449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8" name="object 58"/>
          <p:cNvSpPr txBox="1"/>
          <p:nvPr/>
        </p:nvSpPr>
        <p:spPr>
          <a:xfrm>
            <a:off x="1395412" y="6734174"/>
            <a:ext cx="390524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7" name="object 57"/>
          <p:cNvSpPr txBox="1"/>
          <p:nvPr/>
        </p:nvSpPr>
        <p:spPr>
          <a:xfrm>
            <a:off x="1785937" y="6734174"/>
            <a:ext cx="1219199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6" name="object 56"/>
          <p:cNvSpPr txBox="1"/>
          <p:nvPr/>
        </p:nvSpPr>
        <p:spPr>
          <a:xfrm>
            <a:off x="3005137" y="6734174"/>
            <a:ext cx="685799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5" name="object 55"/>
          <p:cNvSpPr txBox="1"/>
          <p:nvPr/>
        </p:nvSpPr>
        <p:spPr>
          <a:xfrm>
            <a:off x="3690937" y="6734174"/>
            <a:ext cx="1624012" cy="19526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4" name="object 54"/>
          <p:cNvSpPr txBox="1"/>
          <p:nvPr/>
        </p:nvSpPr>
        <p:spPr>
          <a:xfrm>
            <a:off x="319087" y="4814887"/>
            <a:ext cx="6086474" cy="21716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3" name="object 53"/>
          <p:cNvSpPr txBox="1"/>
          <p:nvPr/>
        </p:nvSpPr>
        <p:spPr>
          <a:xfrm>
            <a:off x="4016511" y="3084485"/>
            <a:ext cx="225168" cy="147831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2" name="object 52"/>
          <p:cNvSpPr txBox="1"/>
          <p:nvPr/>
        </p:nvSpPr>
        <p:spPr>
          <a:xfrm>
            <a:off x="4241680" y="3084485"/>
            <a:ext cx="225168" cy="65791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1" name="object 51"/>
          <p:cNvSpPr txBox="1"/>
          <p:nvPr/>
        </p:nvSpPr>
        <p:spPr>
          <a:xfrm>
            <a:off x="4016511" y="3232317"/>
            <a:ext cx="225168" cy="51008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0" name="object 50"/>
          <p:cNvSpPr txBox="1"/>
          <p:nvPr/>
        </p:nvSpPr>
        <p:spPr>
          <a:xfrm>
            <a:off x="5834560" y="3078714"/>
            <a:ext cx="225168" cy="663691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9" name="object 49"/>
          <p:cNvSpPr txBox="1"/>
          <p:nvPr/>
        </p:nvSpPr>
        <p:spPr>
          <a:xfrm>
            <a:off x="6059728" y="3078714"/>
            <a:ext cx="225168" cy="663691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8" name="object 48"/>
          <p:cNvSpPr txBox="1"/>
          <p:nvPr/>
        </p:nvSpPr>
        <p:spPr>
          <a:xfrm>
            <a:off x="3107487" y="3055220"/>
            <a:ext cx="225168" cy="13397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7" name="object 47"/>
          <p:cNvSpPr txBox="1"/>
          <p:nvPr/>
        </p:nvSpPr>
        <p:spPr>
          <a:xfrm>
            <a:off x="3332656" y="3055220"/>
            <a:ext cx="225168" cy="687185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6" name="object 46"/>
          <p:cNvSpPr txBox="1"/>
          <p:nvPr/>
        </p:nvSpPr>
        <p:spPr>
          <a:xfrm>
            <a:off x="3107487" y="3189199"/>
            <a:ext cx="225168" cy="553205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5" name="object 45"/>
          <p:cNvSpPr txBox="1"/>
          <p:nvPr/>
        </p:nvSpPr>
        <p:spPr>
          <a:xfrm>
            <a:off x="9470656" y="2997306"/>
            <a:ext cx="225168" cy="33019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4" name="object 44"/>
          <p:cNvSpPr txBox="1"/>
          <p:nvPr/>
        </p:nvSpPr>
        <p:spPr>
          <a:xfrm>
            <a:off x="9695825" y="2997306"/>
            <a:ext cx="225168" cy="7450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3" name="object 43"/>
          <p:cNvSpPr txBox="1"/>
          <p:nvPr/>
        </p:nvSpPr>
        <p:spPr>
          <a:xfrm>
            <a:off x="9470656" y="3327500"/>
            <a:ext cx="225168" cy="41490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8561632" y="3019930"/>
            <a:ext cx="225168" cy="120863"/>
          </a:xfrm>
          <a:prstGeom prst="rect">
            <a:avLst/>
          </a:prstGeom>
        </p:spPr>
        <p:txBody>
          <a:bodyPr bIns="0" lIns="0" rIns="0" rtlCol="0" tIns="213" wrap="square">
            <a:noAutofit/>
          </a:bodyPr>
          <a:lstStyle/>
          <a:p>
            <a:pPr marL="25400">
              <a:lnSpc>
                <a:spcPts val="950"/>
              </a:lnSpc>
            </a:pPr>
            <a:endParaRPr sz="950"/>
          </a:p>
        </p:txBody>
      </p:sp>
      <p:sp>
        <p:nvSpPr>
          <p:cNvPr id="41" name="object 41"/>
          <p:cNvSpPr txBox="1"/>
          <p:nvPr/>
        </p:nvSpPr>
        <p:spPr>
          <a:xfrm>
            <a:off x="8786801" y="3019930"/>
            <a:ext cx="225168" cy="72247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0" name="object 40"/>
          <p:cNvSpPr txBox="1"/>
          <p:nvPr/>
        </p:nvSpPr>
        <p:spPr>
          <a:xfrm>
            <a:off x="8561632" y="3140793"/>
            <a:ext cx="225168" cy="601611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9" name="object 39"/>
          <p:cNvSpPr txBox="1"/>
          <p:nvPr/>
        </p:nvSpPr>
        <p:spPr>
          <a:xfrm>
            <a:off x="6743584" y="2963397"/>
            <a:ext cx="225168" cy="5551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968752" y="2963397"/>
            <a:ext cx="225168" cy="77900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7" name="object 37"/>
          <p:cNvSpPr txBox="1"/>
          <p:nvPr/>
        </p:nvSpPr>
        <p:spPr>
          <a:xfrm>
            <a:off x="6743584" y="3018915"/>
            <a:ext cx="225168" cy="72348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6" name="object 36"/>
          <p:cNvSpPr txBox="1"/>
          <p:nvPr/>
        </p:nvSpPr>
        <p:spPr>
          <a:xfrm>
            <a:off x="2198463" y="2950357"/>
            <a:ext cx="225168" cy="65965"/>
          </a:xfrm>
          <a:prstGeom prst="rect">
            <a:avLst/>
          </a:prstGeom>
        </p:spPr>
        <p:txBody>
          <a:bodyPr bIns="0" lIns="0" rIns="0" rtlCol="0" tIns="2465" wrap="square">
            <a:noAutofit/>
          </a:bodyPr>
          <a:lstStyle/>
          <a:p>
            <a:pPr marL="25400">
              <a:lnSpc>
                <a:spcPts val="500"/>
              </a:lnSpc>
            </a:pPr>
            <a:endParaRPr sz="500"/>
          </a:p>
        </p:txBody>
      </p:sp>
      <p:sp>
        <p:nvSpPr>
          <p:cNvPr id="35" name="object 35"/>
          <p:cNvSpPr txBox="1"/>
          <p:nvPr/>
        </p:nvSpPr>
        <p:spPr>
          <a:xfrm>
            <a:off x="2423632" y="2931477"/>
            <a:ext cx="225168" cy="81092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4" name="object 34"/>
          <p:cNvSpPr txBox="1"/>
          <p:nvPr/>
        </p:nvSpPr>
        <p:spPr>
          <a:xfrm>
            <a:off x="2648801" y="2931477"/>
            <a:ext cx="225168" cy="81092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3" name="object 33"/>
          <p:cNvSpPr txBox="1"/>
          <p:nvPr/>
        </p:nvSpPr>
        <p:spPr>
          <a:xfrm>
            <a:off x="2198463" y="3016322"/>
            <a:ext cx="225168" cy="72608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2" name="object 32"/>
          <p:cNvSpPr txBox="1"/>
          <p:nvPr/>
        </p:nvSpPr>
        <p:spPr>
          <a:xfrm>
            <a:off x="7877776" y="2705144"/>
            <a:ext cx="225168" cy="19165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1" name="object 31"/>
          <p:cNvSpPr txBox="1"/>
          <p:nvPr/>
        </p:nvSpPr>
        <p:spPr>
          <a:xfrm>
            <a:off x="8102945" y="2705144"/>
            <a:ext cx="225168" cy="103726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0" name="object 30"/>
          <p:cNvSpPr txBox="1"/>
          <p:nvPr/>
        </p:nvSpPr>
        <p:spPr>
          <a:xfrm>
            <a:off x="7652608" y="2896796"/>
            <a:ext cx="225168" cy="18916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9" name="object 29"/>
          <p:cNvSpPr txBox="1"/>
          <p:nvPr/>
        </p:nvSpPr>
        <p:spPr>
          <a:xfrm>
            <a:off x="7877777" y="2896796"/>
            <a:ext cx="225168" cy="84560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8" name="object 28"/>
          <p:cNvSpPr txBox="1"/>
          <p:nvPr/>
        </p:nvSpPr>
        <p:spPr>
          <a:xfrm>
            <a:off x="7652608" y="3085956"/>
            <a:ext cx="225168" cy="656448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7" name="object 27"/>
          <p:cNvSpPr txBox="1"/>
          <p:nvPr/>
        </p:nvSpPr>
        <p:spPr>
          <a:xfrm>
            <a:off x="5150704" y="2497692"/>
            <a:ext cx="225168" cy="523870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6" name="object 26"/>
          <p:cNvSpPr txBox="1"/>
          <p:nvPr/>
        </p:nvSpPr>
        <p:spPr>
          <a:xfrm>
            <a:off x="5375873" y="2497692"/>
            <a:ext cx="225168" cy="1244713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5" name="object 25"/>
          <p:cNvSpPr txBox="1"/>
          <p:nvPr/>
        </p:nvSpPr>
        <p:spPr>
          <a:xfrm>
            <a:off x="4925535" y="3021562"/>
            <a:ext cx="225168" cy="17181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4" name="object 24"/>
          <p:cNvSpPr txBox="1"/>
          <p:nvPr/>
        </p:nvSpPr>
        <p:spPr>
          <a:xfrm>
            <a:off x="5150704" y="3021562"/>
            <a:ext cx="225168" cy="72084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3" name="object 23"/>
          <p:cNvSpPr txBox="1"/>
          <p:nvPr/>
        </p:nvSpPr>
        <p:spPr>
          <a:xfrm>
            <a:off x="4925535" y="3193377"/>
            <a:ext cx="225168" cy="549027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2" name="object 22"/>
          <p:cNvSpPr txBox="1"/>
          <p:nvPr/>
        </p:nvSpPr>
        <p:spPr>
          <a:xfrm>
            <a:off x="1289439" y="2503850"/>
            <a:ext cx="225168" cy="512471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1" name="object 21"/>
          <p:cNvSpPr txBox="1"/>
          <p:nvPr/>
        </p:nvSpPr>
        <p:spPr>
          <a:xfrm>
            <a:off x="1514608" y="2503850"/>
            <a:ext cx="225168" cy="123855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0" name="object 20"/>
          <p:cNvSpPr txBox="1"/>
          <p:nvPr/>
        </p:nvSpPr>
        <p:spPr>
          <a:xfrm>
            <a:off x="1289439" y="3016322"/>
            <a:ext cx="225168" cy="726082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9" name="object 19"/>
          <p:cNvSpPr txBox="1"/>
          <p:nvPr/>
        </p:nvSpPr>
        <p:spPr>
          <a:xfrm>
            <a:off x="319087" y="1690687"/>
            <a:ext cx="10239374" cy="302894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>
              <a:lnSpc>
                <a:spcPts val="1000"/>
              </a:lnSpc>
            </a:pPr>
            <a:endParaRPr sz="1000"/>
          </a:p>
          <a:p>
            <a:pPr marL="286910">
              <a:lnSpc>
                <a:spcPct val="101277"/>
              </a:lnSpc>
              <a:spcBef>
                <a:spcPts val="8041"/>
              </a:spcBef>
            </a:pPr>
            <a:r>
              <a:rPr dirty="0" smtClean="0" sz="900">
                <a:solidFill>
                  <a:srgbClr val="605D5C"/>
                </a:solidFill>
                <a:latin typeface="Verdana"/>
                <a:cs typeface="Verdana"/>
              </a:rPr>
              <a:t>40K</a:t>
            </a:r>
            <a:endParaRPr sz="900">
              <a:latin typeface="Verdana"/>
              <a:cs typeface="Verdana"/>
            </a:endParaRPr>
          </a:p>
          <a:p>
            <a:pPr marL="1279467">
              <a:lnSpc>
                <a:spcPct val="101277"/>
              </a:lnSpc>
              <a:spcBef>
                <a:spcPts val="6313"/>
              </a:spcBef>
            </a:pP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1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</a:t>
            </a:r>
            <a:r>
              <a:rPr dirty="0" smtClean="0" spc="265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2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</a:t>
            </a:r>
            <a:r>
              <a:rPr dirty="0" smtClean="0" spc="265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3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</a:t>
            </a:r>
            <a:r>
              <a:rPr dirty="0" smtClean="0" spc="265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1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</a:t>
            </a:r>
            <a:r>
              <a:rPr dirty="0" smtClean="0" spc="265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2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</a:t>
            </a:r>
            <a:r>
              <a:rPr dirty="0" smtClean="0" spc="265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3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</a:t>
            </a:r>
            <a:r>
              <a:rPr dirty="0" smtClean="0" spc="265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1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</a:t>
            </a:r>
            <a:r>
              <a:rPr dirty="0" smtClean="0" spc="265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2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</a:t>
            </a:r>
            <a:r>
              <a:rPr dirty="0" smtClean="0" spc="265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3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</a:t>
            </a:r>
            <a:r>
              <a:rPr dirty="0" smtClean="0" spc="265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2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68074" y="552449"/>
            <a:ext cx="962024" cy="2285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7" name="object 17"/>
          <p:cNvSpPr txBox="1"/>
          <p:nvPr/>
        </p:nvSpPr>
        <p:spPr>
          <a:xfrm>
            <a:off x="11458574" y="1019174"/>
            <a:ext cx="771524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>
              <a:lnSpc>
                <a:spcPct val="95825"/>
              </a:lnSpc>
            </a:pPr>
            <a:r>
              <a:rPr dirty="0" smtClean="0" spc="1" sz="1300">
                <a:latin typeface="Times New Roman"/>
                <a:cs typeface="Times New Roman"/>
              </a:rPr>
              <a:t>F</a:t>
            </a:r>
            <a:r>
              <a:rPr dirty="0" smtClean="0" spc="1" sz="1300">
                <a:latin typeface="Times New Roman"/>
                <a:cs typeface="Times New Roman"/>
              </a:rPr>
              <a:t>eb</a:t>
            </a:r>
            <a:r>
              <a:rPr dirty="0" smtClean="0" spc="1" sz="1300">
                <a:latin typeface="Times New Roman"/>
                <a:cs typeface="Times New Roman"/>
              </a:rPr>
              <a:t>r</a:t>
            </a:r>
            <a:r>
              <a:rPr dirty="0" smtClean="0" spc="1" sz="1300">
                <a:latin typeface="Times New Roman"/>
                <a:cs typeface="Times New Roman"/>
              </a:rPr>
              <a:t>u</a:t>
            </a:r>
            <a:r>
              <a:rPr dirty="0" smtClean="0" spc="1" sz="1300">
                <a:latin typeface="Times New Roman"/>
                <a:cs typeface="Times New Roman"/>
              </a:rPr>
              <a:t>a</a:t>
            </a:r>
            <a:r>
              <a:rPr dirty="0" smtClean="0" spc="1" sz="1300">
                <a:latin typeface="Times New Roman"/>
                <a:cs typeface="Times New Roman"/>
              </a:rPr>
              <a:t>r</a:t>
            </a:r>
            <a:r>
              <a:rPr dirty="0" smtClean="0" spc="1" sz="130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458574" y="1257299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5" name="object 15"/>
          <p:cNvSpPr txBox="1"/>
          <p:nvPr/>
        </p:nvSpPr>
        <p:spPr>
          <a:xfrm>
            <a:off x="11458574" y="1495424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11458574" y="1733549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3" name="object 13"/>
          <p:cNvSpPr txBox="1"/>
          <p:nvPr/>
        </p:nvSpPr>
        <p:spPr>
          <a:xfrm>
            <a:off x="11458574" y="1971674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11458574" y="2209799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11458574" y="2447924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11458574" y="2686049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11458574" y="2924174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11458574" y="3162299"/>
            <a:ext cx="771524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11458574" y="3400424"/>
            <a:ext cx="771524" cy="2285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9058274" y="552449"/>
            <a:ext cx="1257299" cy="2285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9058274" y="781049"/>
            <a:ext cx="1257299" cy="238124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9058274" y="1019174"/>
            <a:ext cx="1257299" cy="238124"/>
          </a:xfrm>
          <a:prstGeom prst="rect">
            <a:avLst/>
          </a:prstGeom>
        </p:spPr>
        <p:txBody>
          <a:bodyPr bIns="0" lIns="0" rIns="0" rtlCol="0" tIns="17145" wrap="square">
            <a:noAutofit/>
          </a:bodyPr>
          <a:lstStyle/>
          <a:p>
            <a:pPr marL="3274">
              <a:lnSpc>
                <a:spcPct val="95825"/>
              </a:lnSpc>
            </a:pPr>
            <a:r>
              <a:rPr dirty="0" smtClean="0" sz="1300">
                <a:latin typeface="Times New Roman"/>
                <a:cs typeface="Times New Roman"/>
              </a:rPr>
              <a:t>R</a:t>
            </a:r>
            <a:r>
              <a:rPr dirty="0" smtClean="0" sz="1300">
                <a:latin typeface="Times New Roman"/>
                <a:cs typeface="Times New Roman"/>
              </a:rPr>
              <a:t>a</a:t>
            </a:r>
            <a:r>
              <a:rPr dirty="0" smtClean="0" sz="1300">
                <a:latin typeface="Times New Roman"/>
                <a:cs typeface="Times New Roman"/>
              </a:rPr>
              <a:t>qq</a:t>
            </a:r>
            <a:r>
              <a:rPr dirty="0" smtClean="0" sz="130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58274" y="1257299"/>
            <a:ext cx="1257299" cy="228599"/>
          </a:xfrm>
          <a:prstGeom prst="rect">
            <a:avLst/>
          </a:prstGeom>
        </p:spPr>
        <p:txBody>
          <a:bodyPr bIns="0" lIns="0" rIns="0" rtlCol="0" tIns="0" wrap="square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228599" y="228599"/>
            <a:ext cx="12191999" cy="6857999"/>
          </a:xfrm>
          <a:prstGeom prst="rect">
            <a:avLst/>
          </a:prstGeom>
        </p:spPr>
        <p:txBody>
          <a:bodyPr bIns="0" lIns="0" rIns="0" rtlCol="0" tIns="595" wrap="square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algn="r" marR="394394">
              <a:lnSpc>
                <a:spcPct val="95825"/>
              </a:lnSpc>
            </a:pPr>
            <a:r>
              <a:rPr dirty="0" smtClean="0" spc="-44" sz="1200">
                <a:solidFill>
                  <a:srgbClr val="252423"/>
                </a:solidFill>
                <a:latin typeface="Times New Roman"/>
                <a:cs typeface="Times New Roman"/>
              </a:rPr>
              <a:t>F</a:t>
            </a:r>
            <a:r>
              <a:rPr dirty="0" smtClean="0" spc="0" sz="1200">
                <a:solidFill>
                  <a:srgbClr val="252423"/>
                </a:solidFill>
                <a:latin typeface="Times New Roman"/>
                <a:cs typeface="Times New Roman"/>
              </a:rPr>
              <a:t>ilter</a:t>
            </a:r>
            <a:r>
              <a:rPr dirty="0" smtClean="0" spc="-8" sz="12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83" sz="1200">
                <a:solidFill>
                  <a:srgbClr val="252423"/>
                </a:solidFill>
                <a:latin typeface="Times New Roman"/>
                <a:cs typeface="Times New Roman"/>
              </a:rPr>
              <a:t>By</a:t>
            </a:r>
            <a:r>
              <a:rPr dirty="0" smtClean="0" spc="-19" sz="12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0" sz="1200">
                <a:solidFill>
                  <a:srgbClr val="252423"/>
                </a:solidFill>
                <a:latin typeface="Times New Roman"/>
                <a:cs typeface="Times New Roman"/>
              </a:rPr>
              <a:t>Area</a:t>
            </a:r>
            <a:r>
              <a:rPr dirty="0" smtClean="0" spc="0" sz="1200">
                <a:solidFill>
                  <a:srgbClr val="252423"/>
                </a:solidFill>
                <a:latin typeface="Times New Roman"/>
                <a:cs typeface="Times New Roman"/>
              </a:rPr>
              <a:t>                        </a:t>
            </a:r>
            <a:r>
              <a:rPr dirty="0" smtClean="0" spc="63" sz="12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44" sz="1200">
                <a:solidFill>
                  <a:srgbClr val="252423"/>
                </a:solidFill>
                <a:latin typeface="Times New Roman"/>
                <a:cs typeface="Times New Roman"/>
              </a:rPr>
              <a:t>F</a:t>
            </a:r>
            <a:r>
              <a:rPr dirty="0" smtClean="0" spc="0" sz="1200">
                <a:solidFill>
                  <a:srgbClr val="252423"/>
                </a:solidFill>
                <a:latin typeface="Times New Roman"/>
                <a:cs typeface="Times New Roman"/>
              </a:rPr>
              <a:t>ilter</a:t>
            </a:r>
            <a:r>
              <a:rPr dirty="0" smtClean="0" spc="-8" sz="12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83" sz="1200">
                <a:solidFill>
                  <a:srgbClr val="252423"/>
                </a:solidFill>
                <a:latin typeface="Times New Roman"/>
                <a:cs typeface="Times New Roman"/>
              </a:rPr>
              <a:t>By</a:t>
            </a:r>
            <a:r>
              <a:rPr dirty="0" smtClean="0" spc="-19" sz="12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337" sz="1200">
                <a:solidFill>
                  <a:srgbClr val="252423"/>
                </a:solidFill>
                <a:latin typeface="Times New Roman"/>
                <a:cs typeface="Times New Roman"/>
              </a:rPr>
              <a:t>Y</a:t>
            </a:r>
            <a:r>
              <a:rPr dirty="0" smtClean="0" spc="-10" sz="1200">
                <a:solidFill>
                  <a:srgbClr val="252423"/>
                </a:solidFill>
                <a:latin typeface="Times New Roman"/>
                <a:cs typeface="Times New Roman"/>
              </a:rPr>
              <a:t>ear/Mth</a:t>
            </a:r>
            <a:endParaRPr sz="1200">
              <a:latin typeface="Times New Roman"/>
              <a:cs typeface="Times New Roman"/>
            </a:endParaRPr>
          </a:p>
          <a:p>
            <a:pPr algn="r" marR="833251">
              <a:lnSpc>
                <a:spcPts val="1294"/>
              </a:lnSpc>
              <a:spcBef>
                <a:spcPts val="626"/>
              </a:spcBef>
            </a:pP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71" sz="1300">
                <a:latin typeface="Times New Roman"/>
                <a:cs typeface="Times New Roman"/>
              </a:rPr>
              <a:t>K</a:t>
            </a:r>
            <a:r>
              <a:rPr dirty="0" smtClean="0" spc="-25" sz="1300">
                <a:latin typeface="Times New Roman"/>
                <a:cs typeface="Times New Roman"/>
              </a:rPr>
              <a:t>ob</a:t>
            </a:r>
            <a:r>
              <a:rPr dirty="0" smtClean="0" spc="-23" sz="1300">
                <a:latin typeface="Times New Roman"/>
                <a:cs typeface="Times New Roman"/>
              </a:rPr>
              <a:t>a</a:t>
            </a:r>
            <a:r>
              <a:rPr dirty="0" smtClean="0" spc="-25" sz="1300">
                <a:latin typeface="Times New Roman"/>
                <a:cs typeface="Times New Roman"/>
              </a:rPr>
              <a:t>ne</a:t>
            </a:r>
            <a:r>
              <a:rPr dirty="0" smtClean="0" spc="-12" sz="1300">
                <a:latin typeface="Times New Roman"/>
                <a:cs typeface="Times New Roman"/>
              </a:rPr>
              <a:t>                              </a:t>
            </a:r>
            <a:r>
              <a:rPr dirty="0" smtClean="0" spc="-4" sz="1300">
                <a:latin typeface="Times New Roman"/>
                <a:cs typeface="Times New Roman"/>
              </a:rPr>
              <a:t> </a:t>
            </a:r>
            <a:r>
              <a:rPr baseline="-7692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</a:t>
            </a:r>
            <a:r>
              <a:rPr baseline="-7692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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19" sz="1300">
                <a:latin typeface="Times New Roman"/>
                <a:cs typeface="Times New Roman"/>
              </a:rPr>
              <a:t>2021</a:t>
            </a:r>
            <a:endParaRPr sz="1300">
              <a:latin typeface="Times New Roman"/>
              <a:cs typeface="Times New Roman"/>
            </a:endParaRPr>
          </a:p>
          <a:p>
            <a:pPr algn="r" marR="436255">
              <a:lnSpc>
                <a:spcPts val="1687"/>
              </a:lnSpc>
              <a:spcBef>
                <a:spcPts val="509"/>
              </a:spcBef>
            </a:pPr>
            <a:r>
              <a:rPr b="1" dirty="0" smtClean="0" spc="0" sz="1800">
                <a:solidFill>
                  <a:srgbClr val="252423"/>
                </a:solidFill>
                <a:latin typeface="Verdana"/>
                <a:cs typeface="Verdana"/>
              </a:rPr>
              <a:t>Intervention</a:t>
            </a:r>
            <a:r>
              <a:rPr b="1" dirty="0" smtClean="0" spc="0" sz="18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="1" dirty="0" smtClean="0" spc="0" sz="1800">
                <a:solidFill>
                  <a:srgbClr val="252423"/>
                </a:solidFill>
                <a:latin typeface="Verdana"/>
                <a:cs typeface="Verdana"/>
              </a:rPr>
              <a:t>Dashboard</a:t>
            </a:r>
            <a:r>
              <a:rPr b="1" dirty="0" smtClean="0" spc="0" sz="1800">
                <a:solidFill>
                  <a:srgbClr val="252423"/>
                </a:solidFill>
                <a:latin typeface="Verdana"/>
                <a:cs typeface="Verdana"/>
              </a:rPr>
              <a:t>                                           </a:t>
            </a:r>
            <a:r>
              <a:rPr b="1" dirty="0" smtClean="0" spc="149" sz="18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aseline="15384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15384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baseline="22298" dirty="0" smtClean="0" spc="-127" sz="1950">
                <a:latin typeface="Times New Roman"/>
                <a:cs typeface="Times New Roman"/>
              </a:rPr>
              <a:t>M</a:t>
            </a:r>
            <a:r>
              <a:rPr baseline="22298" dirty="0" smtClean="0" spc="-63" sz="1950">
                <a:latin typeface="Times New Roman"/>
                <a:cs typeface="Times New Roman"/>
              </a:rPr>
              <a:t>a</a:t>
            </a:r>
            <a:r>
              <a:rPr baseline="22298" dirty="0" smtClean="0" spc="-71" sz="1950">
                <a:latin typeface="Times New Roman"/>
                <a:cs typeface="Times New Roman"/>
              </a:rPr>
              <a:t>nb</a:t>
            </a:r>
            <a:r>
              <a:rPr baseline="22298" dirty="0" smtClean="0" spc="-39" sz="1950">
                <a:latin typeface="Times New Roman"/>
                <a:cs typeface="Times New Roman"/>
              </a:rPr>
              <a:t>i</a:t>
            </a:r>
            <a:r>
              <a:rPr baseline="22298" dirty="0" smtClean="0" spc="-39" sz="1950">
                <a:latin typeface="Times New Roman"/>
                <a:cs typeface="Times New Roman"/>
              </a:rPr>
              <a:t>j</a:t>
            </a:r>
            <a:r>
              <a:rPr baseline="22298" dirty="0" smtClean="0" spc="-35" sz="1950">
                <a:latin typeface="Times New Roman"/>
                <a:cs typeface="Times New Roman"/>
              </a:rPr>
              <a:t>                                       </a:t>
            </a:r>
            <a:r>
              <a:rPr baseline="22298" dirty="0" smtClean="0" spc="81" sz="1950">
                <a:latin typeface="Times New Roman"/>
                <a:cs typeface="Times New Roman"/>
              </a:rPr>
              <a:t> </a:t>
            </a:r>
            <a:r>
              <a:rPr baseline="17948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17948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15384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15384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baseline="22298" dirty="0" smtClean="0" spc="59" sz="1950">
                <a:latin typeface="Times New Roman"/>
                <a:cs typeface="Times New Roman"/>
              </a:rPr>
              <a:t>J</a:t>
            </a:r>
            <a:r>
              <a:rPr baseline="22298" dirty="0" smtClean="0" spc="27" sz="1950">
                <a:latin typeface="Times New Roman"/>
                <a:cs typeface="Times New Roman"/>
              </a:rPr>
              <a:t>a</a:t>
            </a:r>
            <a:r>
              <a:rPr baseline="22298" dirty="0" smtClean="0" spc="-6" sz="1950">
                <a:latin typeface="Times New Roman"/>
                <a:cs typeface="Times New Roman"/>
              </a:rPr>
              <a:t>nu</a:t>
            </a:r>
            <a:r>
              <a:rPr baseline="22298" dirty="0" smtClean="0" spc="27" sz="1950">
                <a:latin typeface="Times New Roman"/>
                <a:cs typeface="Times New Roman"/>
              </a:rPr>
              <a:t>a</a:t>
            </a:r>
            <a:r>
              <a:rPr baseline="22298" dirty="0" smtClean="0" spc="50" sz="1950">
                <a:latin typeface="Times New Roman"/>
                <a:cs typeface="Times New Roman"/>
              </a:rPr>
              <a:t>r</a:t>
            </a:r>
            <a:r>
              <a:rPr baseline="22298" dirty="0" smtClean="0" spc="-45" sz="195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  <a:p>
            <a:pPr algn="r" marR="558686">
              <a:lnSpc>
                <a:spcPts val="1294"/>
              </a:lnSpc>
              <a:spcBef>
                <a:spcPts val="2133"/>
              </a:spcBef>
            </a:pP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34" sz="1300">
                <a:latin typeface="Times New Roman"/>
                <a:cs typeface="Times New Roman"/>
              </a:rPr>
              <a:t>z</a:t>
            </a:r>
            <a:r>
              <a:rPr dirty="0" smtClean="0" spc="-47" sz="1300">
                <a:latin typeface="Times New Roman"/>
                <a:cs typeface="Times New Roman"/>
              </a:rPr>
              <a:t>_N</a:t>
            </a:r>
            <a:r>
              <a:rPr dirty="0" smtClean="0" spc="-36" sz="1300">
                <a:latin typeface="Times New Roman"/>
                <a:cs typeface="Times New Roman"/>
              </a:rPr>
              <a:t>ot_Su</a:t>
            </a:r>
            <a:r>
              <a:rPr dirty="0" smtClean="0" spc="-38" sz="1300">
                <a:latin typeface="Times New Roman"/>
                <a:cs typeface="Times New Roman"/>
              </a:rPr>
              <a:t>pp</a:t>
            </a:r>
            <a:r>
              <a:rPr dirty="0" smtClean="0" spc="-21" sz="1300">
                <a:latin typeface="Times New Roman"/>
                <a:cs typeface="Times New Roman"/>
              </a:rPr>
              <a:t>l</a:t>
            </a:r>
            <a:r>
              <a:rPr dirty="0" smtClean="0" spc="-21" sz="1300">
                <a:latin typeface="Times New Roman"/>
                <a:cs typeface="Times New Roman"/>
              </a:rPr>
              <a:t>i</a:t>
            </a:r>
            <a:r>
              <a:rPr dirty="0" smtClean="0" spc="-36" sz="1300">
                <a:latin typeface="Times New Roman"/>
                <a:cs typeface="Times New Roman"/>
              </a:rPr>
              <a:t>ed</a:t>
            </a:r>
            <a:r>
              <a:rPr dirty="0" smtClean="0" spc="-19" sz="1300">
                <a:latin typeface="Times New Roman"/>
                <a:cs typeface="Times New Roman"/>
              </a:rPr>
              <a:t>                      </a:t>
            </a:r>
            <a:r>
              <a:rPr dirty="0" smtClean="0" spc="26" sz="1300">
                <a:latin typeface="Times New Roman"/>
                <a:cs typeface="Times New Roman"/>
              </a:rPr>
              <a:t> </a:t>
            </a:r>
            <a:r>
              <a:rPr baseline="-7692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265" sz="1300">
                <a:latin typeface="Times New Roman"/>
                <a:cs typeface="Times New Roman"/>
              </a:rPr>
              <a:t>M</a:t>
            </a:r>
            <a:r>
              <a:rPr dirty="0" smtClean="0" spc="27" sz="1300">
                <a:latin typeface="Times New Roman"/>
                <a:cs typeface="Times New Roman"/>
              </a:rPr>
              <a:t>a</a:t>
            </a:r>
            <a:r>
              <a:rPr dirty="0" smtClean="0" spc="50" sz="1300">
                <a:latin typeface="Times New Roman"/>
                <a:cs typeface="Times New Roman"/>
              </a:rPr>
              <a:t>r</a:t>
            </a:r>
            <a:r>
              <a:rPr dirty="0" smtClean="0" spc="-23" sz="1300">
                <a:latin typeface="Times New Roman"/>
                <a:cs typeface="Times New Roman"/>
              </a:rPr>
              <a:t>c</a:t>
            </a:r>
            <a:r>
              <a:rPr dirty="0" smtClean="0" spc="0" sz="1300">
                <a:latin typeface="Times New Roman"/>
                <a:cs typeface="Times New Roman"/>
              </a:rPr>
              <a:t>h</a:t>
            </a:r>
            <a:endParaRPr sz="1300">
              <a:latin typeface="Times New Roman"/>
              <a:cs typeface="Times New Roman"/>
            </a:endParaRPr>
          </a:p>
          <a:p>
            <a:pPr algn="r" marR="647265">
              <a:lnSpc>
                <a:spcPts val="1294"/>
              </a:lnSpc>
              <a:spcBef>
                <a:spcPts val="580"/>
              </a:spcBef>
            </a:pP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109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10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50" sz="1300">
                <a:latin typeface="Times New Roman"/>
                <a:cs typeface="Times New Roman"/>
              </a:rPr>
              <a:t>A</a:t>
            </a:r>
            <a:r>
              <a:rPr dirty="0" smtClean="0" spc="-50" sz="1300">
                <a:latin typeface="Times New Roman"/>
                <a:cs typeface="Times New Roman"/>
              </a:rPr>
              <a:t>p</a:t>
            </a:r>
            <a:r>
              <a:rPr dirty="0" smtClean="0" spc="-50" sz="1300">
                <a:latin typeface="Times New Roman"/>
                <a:cs typeface="Times New Roman"/>
              </a:rPr>
              <a:t>r</a:t>
            </a:r>
            <a:r>
              <a:rPr dirty="0" smtClean="0" spc="-50" sz="1300">
                <a:latin typeface="Times New Roman"/>
                <a:cs typeface="Times New Roman"/>
              </a:rPr>
              <a:t>i</a:t>
            </a:r>
            <a:r>
              <a:rPr dirty="0" smtClean="0" spc="-50" sz="1300">
                <a:latin typeface="Times New Roman"/>
                <a:cs typeface="Times New Roman"/>
              </a:rPr>
              <a:t>l</a:t>
            </a:r>
            <a:endParaRPr sz="1300">
              <a:latin typeface="Times New Roman"/>
              <a:cs typeface="Times New Roman"/>
            </a:endParaRPr>
          </a:p>
          <a:p>
            <a:pPr algn="r" marR="696995">
              <a:lnSpc>
                <a:spcPts val="1850"/>
              </a:lnSpc>
              <a:spcBef>
                <a:spcPts val="292"/>
              </a:spcBef>
            </a:pPr>
            <a:r>
              <a:rPr dirty="0" smtClean="0" spc="-34" sz="1400">
                <a:solidFill>
                  <a:srgbClr val="252423"/>
                </a:solidFill>
                <a:latin typeface="Verdana"/>
                <a:cs typeface="Verdana"/>
              </a:rPr>
              <a:t>A</a:t>
            </a:r>
            <a:r>
              <a:rPr dirty="0" smtClean="0" spc="-9" sz="1400">
                <a:solidFill>
                  <a:srgbClr val="252423"/>
                </a:solidFill>
                <a:latin typeface="Verdana"/>
                <a:cs typeface="Verdana"/>
              </a:rPr>
              <a:t>v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e</a:t>
            </a:r>
            <a:r>
              <a:rPr dirty="0" smtClean="0" spc="-25" sz="1400">
                <a:solidFill>
                  <a:srgbClr val="252423"/>
                </a:solidFill>
                <a:latin typeface="Verdana"/>
                <a:cs typeface="Verdana"/>
              </a:rPr>
              <a:t>r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age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Income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of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Group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By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Area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&amp;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Date</a:t>
            </a:r>
            <a:r>
              <a:rPr dirty="0" smtClean="0" spc="0" sz="1400">
                <a:solidFill>
                  <a:srgbClr val="252423"/>
                </a:solidFill>
                <a:latin typeface="Verdana"/>
                <a:cs typeface="Verdana"/>
              </a:rPr>
              <a:t>                                                                                                             </a:t>
            </a:r>
            <a:r>
              <a:rPr dirty="0" smtClean="0" spc="69" sz="14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baseline="-12820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12820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7948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7948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265" sz="1300">
                <a:latin typeface="Times New Roman"/>
                <a:cs typeface="Times New Roman"/>
              </a:rPr>
              <a:t>M</a:t>
            </a:r>
            <a:r>
              <a:rPr dirty="0" smtClean="0" spc="27" sz="1300">
                <a:latin typeface="Times New Roman"/>
                <a:cs typeface="Times New Roman"/>
              </a:rPr>
              <a:t>a</a:t>
            </a:r>
            <a:r>
              <a:rPr dirty="0" smtClean="0" spc="-45" sz="130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  <a:p>
            <a:pPr algn="r" marR="648393">
              <a:lnSpc>
                <a:spcPts val="1294"/>
              </a:lnSpc>
              <a:spcBef>
                <a:spcPts val="312"/>
              </a:spcBef>
            </a:pPr>
            <a:r>
              <a:rPr dirty="0" smtClean="0" spc="0" sz="1000">
                <a:solidFill>
                  <a:srgbClr val="605D5C"/>
                </a:solidFill>
                <a:latin typeface="Georgia"/>
                <a:cs typeface="Georgia"/>
              </a:rPr>
              <a:t>Group</a:t>
            </a:r>
            <a:r>
              <a:rPr dirty="0" smtClean="0" spc="0" sz="1000">
                <a:solidFill>
                  <a:srgbClr val="605D5C"/>
                </a:solidFill>
                <a:latin typeface="Georgia"/>
                <a:cs typeface="Georgia"/>
              </a:rPr>
              <a:t> </a:t>
            </a:r>
            <a:r>
              <a:rPr dirty="0" smtClean="0" spc="0" sz="1000">
                <a:solidFill>
                  <a:srgbClr val="605D5C"/>
                </a:solidFill>
                <a:latin typeface="Georgia"/>
                <a:cs typeface="Georgia"/>
              </a:rPr>
              <a:t>A</a:t>
            </a:r>
            <a:r>
              <a:rPr dirty="0" smtClean="0" spc="0" sz="1000">
                <a:solidFill>
                  <a:srgbClr val="605D5C"/>
                </a:solidFill>
                <a:latin typeface="Georgia"/>
                <a:cs typeface="Georgia"/>
              </a:rPr>
              <a:t>    </a:t>
            </a:r>
            <a:r>
              <a:rPr dirty="0" smtClean="0" spc="160" sz="1000">
                <a:solidFill>
                  <a:srgbClr val="605D5C"/>
                </a:solidFill>
                <a:latin typeface="Georgia"/>
                <a:cs typeface="Georgia"/>
              </a:rPr>
              <a:t> </a:t>
            </a:r>
            <a:r>
              <a:rPr dirty="0" smtClean="0" spc="0" sz="1000">
                <a:solidFill>
                  <a:srgbClr val="605D5C"/>
                </a:solidFill>
                <a:latin typeface="Georgia"/>
                <a:cs typeface="Georgia"/>
              </a:rPr>
              <a:t>Group</a:t>
            </a:r>
            <a:r>
              <a:rPr dirty="0" smtClean="0" spc="0" sz="1000">
                <a:solidFill>
                  <a:srgbClr val="605D5C"/>
                </a:solidFill>
                <a:latin typeface="Georgia"/>
                <a:cs typeface="Georgia"/>
              </a:rPr>
              <a:t> </a:t>
            </a:r>
            <a:r>
              <a:rPr dirty="0" smtClean="0" spc="0" sz="1000">
                <a:solidFill>
                  <a:srgbClr val="605D5C"/>
                </a:solidFill>
                <a:latin typeface="Georgia"/>
                <a:cs typeface="Georgia"/>
              </a:rPr>
              <a:t>B</a:t>
            </a:r>
            <a:r>
              <a:rPr dirty="0" smtClean="0" spc="0" sz="1000">
                <a:solidFill>
                  <a:srgbClr val="605D5C"/>
                </a:solidFill>
                <a:latin typeface="Georgia"/>
                <a:cs typeface="Georgia"/>
              </a:rPr>
              <a:t>    </a:t>
            </a:r>
            <a:r>
              <a:rPr dirty="0" smtClean="0" spc="160" sz="1000">
                <a:solidFill>
                  <a:srgbClr val="605D5C"/>
                </a:solidFill>
                <a:latin typeface="Georgia"/>
                <a:cs typeface="Georgia"/>
              </a:rPr>
              <a:t> </a:t>
            </a:r>
            <a:r>
              <a:rPr dirty="0" smtClean="0" spc="0" sz="1000">
                <a:solidFill>
                  <a:srgbClr val="605D5C"/>
                </a:solidFill>
                <a:latin typeface="Georgia"/>
                <a:cs typeface="Georgia"/>
              </a:rPr>
              <a:t>Group</a:t>
            </a:r>
            <a:r>
              <a:rPr dirty="0" smtClean="0" spc="0" sz="1000">
                <a:solidFill>
                  <a:srgbClr val="605D5C"/>
                </a:solidFill>
                <a:latin typeface="Georgia"/>
                <a:cs typeface="Georgia"/>
              </a:rPr>
              <a:t> </a:t>
            </a:r>
            <a:r>
              <a:rPr dirty="0" smtClean="0" spc="0" sz="1000">
                <a:solidFill>
                  <a:srgbClr val="605D5C"/>
                </a:solidFill>
                <a:latin typeface="Georgia"/>
                <a:cs typeface="Georgia"/>
              </a:rPr>
              <a:t>C</a:t>
            </a:r>
            <a:r>
              <a:rPr dirty="0" smtClean="0" spc="0" sz="1000">
                <a:solidFill>
                  <a:srgbClr val="605D5C"/>
                </a:solidFill>
                <a:latin typeface="Georgia"/>
                <a:cs typeface="Georgia"/>
              </a:rPr>
              <a:t>                                                                                                                                                     </a:t>
            </a:r>
            <a:r>
              <a:rPr dirty="0" smtClean="0" spc="109" sz="1000">
                <a:solidFill>
                  <a:srgbClr val="605D5C"/>
                </a:solidFill>
                <a:latin typeface="Georgia"/>
                <a:cs typeface="Georgia"/>
              </a:rPr>
              <a:t> </a:t>
            </a:r>
            <a:r>
              <a:rPr baseline="-7692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59" sz="1300">
                <a:latin typeface="Times New Roman"/>
                <a:cs typeface="Times New Roman"/>
              </a:rPr>
              <a:t>J</a:t>
            </a:r>
            <a:r>
              <a:rPr dirty="0" smtClean="0" spc="-12" sz="1300">
                <a:latin typeface="Times New Roman"/>
                <a:cs typeface="Times New Roman"/>
              </a:rPr>
              <a:t>u</a:t>
            </a:r>
            <a:r>
              <a:rPr dirty="0" smtClean="0" spc="23" sz="1300">
                <a:latin typeface="Times New Roman"/>
                <a:cs typeface="Times New Roman"/>
              </a:rPr>
              <a:t>ne</a:t>
            </a:r>
            <a:endParaRPr sz="1300">
              <a:latin typeface="Times New Roman"/>
              <a:cs typeface="Times New Roman"/>
            </a:endParaRPr>
          </a:p>
          <a:p>
            <a:pPr algn="r" marR="693932">
              <a:lnSpc>
                <a:spcPts val="1294"/>
              </a:lnSpc>
              <a:spcBef>
                <a:spcPts val="580"/>
              </a:spcBef>
            </a:pP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109" sz="1950">
                <a:solidFill>
                  <a:srgbClr val="202020"/>
                </a:solidFill>
                <a:latin typeface="Segoe Fluent Icons"/>
                <a:cs typeface="Segoe Fluent Icons"/>
              </a:rPr>
              <a:t></a:t>
            </a:r>
            <a:r>
              <a:rPr baseline="-10256" dirty="0" smtClean="0" spc="109" sz="1950">
                <a:solidFill>
                  <a:srgbClr val="202020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10" sz="1300">
                <a:latin typeface="Times New Roman"/>
                <a:cs typeface="Times New Roman"/>
              </a:rPr>
              <a:t>J</a:t>
            </a:r>
            <a:r>
              <a:rPr dirty="0" smtClean="0" spc="-10" sz="1300">
                <a:latin typeface="Times New Roman"/>
                <a:cs typeface="Times New Roman"/>
              </a:rPr>
              <a:t>u</a:t>
            </a:r>
            <a:r>
              <a:rPr dirty="0" smtClean="0" spc="-10" sz="1300">
                <a:latin typeface="Times New Roman"/>
                <a:cs typeface="Times New Roman"/>
              </a:rPr>
              <a:t>l</a:t>
            </a:r>
            <a:r>
              <a:rPr dirty="0" smtClean="0" spc="-10" sz="1300">
                <a:latin typeface="Times New Roman"/>
                <a:cs typeface="Times New Roman"/>
              </a:rPr>
              <a:t>y</a:t>
            </a:r>
            <a:endParaRPr sz="1300">
              <a:latin typeface="Times New Roman"/>
              <a:cs typeface="Times New Roman"/>
            </a:endParaRPr>
          </a:p>
          <a:p>
            <a:pPr algn="r" marR="500654">
              <a:lnSpc>
                <a:spcPts val="988"/>
              </a:lnSpc>
              <a:spcBef>
                <a:spcPts val="235"/>
              </a:spcBef>
            </a:pPr>
            <a:r>
              <a:rPr baseline="39617" dirty="0" smtClean="0" spc="0" sz="1350">
                <a:solidFill>
                  <a:srgbClr val="605D5C"/>
                </a:solidFill>
                <a:latin typeface="Verdana"/>
                <a:cs typeface="Verdana"/>
              </a:rPr>
              <a:t>60K</a:t>
            </a:r>
            <a:r>
              <a:rPr baseline="39617" dirty="0" smtClean="0" spc="0" sz="1350">
                <a:solidFill>
                  <a:srgbClr val="605D5C"/>
                </a:solidFill>
                <a:latin typeface="Verdana"/>
                <a:cs typeface="Verdana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baseline="39617" dirty="0" smtClean="0" spc="255" sz="135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baseline="-7692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202" sz="1300">
                <a:latin typeface="Times New Roman"/>
                <a:cs typeface="Times New Roman"/>
              </a:rPr>
              <a:t>A</a:t>
            </a:r>
            <a:r>
              <a:rPr dirty="0" smtClean="0" spc="-12" sz="1300">
                <a:latin typeface="Times New Roman"/>
                <a:cs typeface="Times New Roman"/>
              </a:rPr>
              <a:t>u</a:t>
            </a:r>
            <a:r>
              <a:rPr dirty="0" smtClean="0" spc="-19" sz="1300">
                <a:latin typeface="Times New Roman"/>
                <a:cs typeface="Times New Roman"/>
              </a:rPr>
              <a:t>g</a:t>
            </a:r>
            <a:r>
              <a:rPr dirty="0" smtClean="0" spc="-12" sz="1300">
                <a:latin typeface="Times New Roman"/>
                <a:cs typeface="Times New Roman"/>
              </a:rPr>
              <a:t>u</a:t>
            </a:r>
            <a:r>
              <a:rPr dirty="0" smtClean="0" spc="95" sz="1300">
                <a:latin typeface="Times New Roman"/>
                <a:cs typeface="Times New Roman"/>
              </a:rPr>
              <a:t>s</a:t>
            </a:r>
            <a:r>
              <a:rPr dirty="0" smtClean="0" spc="35" sz="1300">
                <a:latin typeface="Times New Roman"/>
                <a:cs typeface="Times New Roman"/>
              </a:rPr>
              <a:t>t</a:t>
            </a:r>
            <a:endParaRPr sz="1300">
              <a:latin typeface="Times New Roman"/>
              <a:cs typeface="Times New Roman"/>
            </a:endParaRPr>
          </a:p>
          <a:p>
            <a:pPr algn="r" marR="234836">
              <a:lnSpc>
                <a:spcPts val="1294"/>
              </a:lnSpc>
              <a:spcBef>
                <a:spcPts val="1230"/>
              </a:spcBef>
            </a:pP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109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10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18" sz="1300">
                <a:latin typeface="Times New Roman"/>
                <a:cs typeface="Times New Roman"/>
              </a:rPr>
              <a:t>S</a:t>
            </a:r>
            <a:r>
              <a:rPr dirty="0" smtClean="0" spc="18" sz="1300">
                <a:latin typeface="Times New Roman"/>
                <a:cs typeface="Times New Roman"/>
              </a:rPr>
              <a:t>ep</a:t>
            </a:r>
            <a:r>
              <a:rPr dirty="0" smtClean="0" spc="18" sz="1300">
                <a:latin typeface="Times New Roman"/>
                <a:cs typeface="Times New Roman"/>
              </a:rPr>
              <a:t>tem</a:t>
            </a:r>
            <a:r>
              <a:rPr dirty="0" smtClean="0" spc="18" sz="1300">
                <a:latin typeface="Times New Roman"/>
                <a:cs typeface="Times New Roman"/>
              </a:rPr>
              <a:t>b</a:t>
            </a:r>
            <a:r>
              <a:rPr dirty="0" smtClean="0" spc="18" sz="1300">
                <a:latin typeface="Times New Roman"/>
                <a:cs typeface="Times New Roman"/>
              </a:rPr>
              <a:t>er</a:t>
            </a:r>
            <a:endParaRPr sz="1300">
              <a:latin typeface="Times New Roman"/>
              <a:cs typeface="Times New Roman"/>
            </a:endParaRPr>
          </a:p>
          <a:p>
            <a:pPr algn="r" marR="448667">
              <a:lnSpc>
                <a:spcPts val="1294"/>
              </a:lnSpc>
              <a:spcBef>
                <a:spcPts val="580"/>
              </a:spcBef>
            </a:pP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109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10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18" sz="1300">
                <a:latin typeface="Times New Roman"/>
                <a:cs typeface="Times New Roman"/>
              </a:rPr>
              <a:t>O</a:t>
            </a:r>
            <a:r>
              <a:rPr dirty="0" smtClean="0" spc="-18" sz="1300">
                <a:latin typeface="Times New Roman"/>
                <a:cs typeface="Times New Roman"/>
              </a:rPr>
              <a:t>c</a:t>
            </a:r>
            <a:r>
              <a:rPr dirty="0" smtClean="0" spc="-18" sz="1300">
                <a:latin typeface="Times New Roman"/>
                <a:cs typeface="Times New Roman"/>
              </a:rPr>
              <a:t>tob</a:t>
            </a:r>
            <a:r>
              <a:rPr dirty="0" smtClean="0" spc="-18" sz="1300">
                <a:latin typeface="Times New Roman"/>
                <a:cs typeface="Times New Roman"/>
              </a:rPr>
              <a:t>er</a:t>
            </a:r>
            <a:endParaRPr sz="1300">
              <a:latin typeface="Times New Roman"/>
              <a:cs typeface="Times New Roman"/>
            </a:endParaRPr>
          </a:p>
          <a:p>
            <a:pPr algn="r" marR="276828">
              <a:lnSpc>
                <a:spcPts val="1399"/>
              </a:lnSpc>
              <a:spcBef>
                <a:spcPts val="580"/>
              </a:spcBef>
            </a:pPr>
            <a:r>
              <a:rPr baseline="-18284" dirty="0" smtClean="0" spc="0" sz="1350">
                <a:solidFill>
                  <a:srgbClr val="605D5C"/>
                </a:solidFill>
                <a:latin typeface="Verdana"/>
                <a:cs typeface="Verdana"/>
              </a:rPr>
              <a:t>20K</a:t>
            </a:r>
            <a:r>
              <a:rPr baseline="-18284" dirty="0" smtClean="0" spc="0" sz="1350">
                <a:solidFill>
                  <a:srgbClr val="605D5C"/>
                </a:solidFill>
                <a:latin typeface="Verdana"/>
                <a:cs typeface="Verdana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baseline="-18284" dirty="0" smtClean="0" spc="255" sz="135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baseline="-7692" dirty="0" smtClean="0" spc="0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21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0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21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131" sz="1300">
                <a:latin typeface="Times New Roman"/>
                <a:cs typeface="Times New Roman"/>
              </a:rPr>
              <a:t>N</a:t>
            </a:r>
            <a:r>
              <a:rPr dirty="0" smtClean="0" spc="-32" sz="1300">
                <a:latin typeface="Times New Roman"/>
                <a:cs typeface="Times New Roman"/>
              </a:rPr>
              <a:t>o</a:t>
            </a:r>
            <a:r>
              <a:rPr dirty="0" smtClean="0" spc="-57" sz="1300">
                <a:latin typeface="Times New Roman"/>
                <a:cs typeface="Times New Roman"/>
              </a:rPr>
              <a:t>v</a:t>
            </a:r>
            <a:r>
              <a:rPr dirty="0" smtClean="0" spc="22" sz="1300">
                <a:latin typeface="Times New Roman"/>
                <a:cs typeface="Times New Roman"/>
              </a:rPr>
              <a:t>em</a:t>
            </a:r>
            <a:r>
              <a:rPr dirty="0" smtClean="0" spc="-19" sz="1300">
                <a:latin typeface="Times New Roman"/>
                <a:cs typeface="Times New Roman"/>
              </a:rPr>
              <a:t>b</a:t>
            </a:r>
            <a:r>
              <a:rPr dirty="0" smtClean="0" spc="54" sz="1300">
                <a:latin typeface="Times New Roman"/>
                <a:cs typeface="Times New Roman"/>
              </a:rPr>
              <a:t>er</a:t>
            </a:r>
            <a:endParaRPr sz="1300">
              <a:latin typeface="Times New Roman"/>
              <a:cs typeface="Times New Roman"/>
            </a:endParaRPr>
          </a:p>
          <a:p>
            <a:pPr algn="r" marR="287226">
              <a:lnSpc>
                <a:spcPts val="1294"/>
              </a:lnSpc>
              <a:spcBef>
                <a:spcPts val="470"/>
              </a:spcBef>
            </a:pP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</a:t>
            </a:r>
            <a:r>
              <a:rPr baseline="-7692" dirty="0" smtClean="0" spc="109" sz="1950">
                <a:solidFill>
                  <a:srgbClr val="787774"/>
                </a:solidFill>
                <a:latin typeface="Segoe Fluent Icons"/>
                <a:cs typeface="Segoe Fluent Icons"/>
              </a:rPr>
              <a:t> </a:t>
            </a:r>
            <a:r>
              <a:rPr baseline="-10256" dirty="0" smtClean="0" spc="109" sz="1950">
                <a:solidFill>
                  <a:srgbClr val="C7C7C7"/>
                </a:solidFill>
                <a:latin typeface="Segoe Fluent Icons"/>
                <a:cs typeface="Segoe Fluent Icons"/>
              </a:rPr>
              <a:t></a:t>
            </a:r>
            <a:r>
              <a:rPr baseline="-10256" dirty="0" smtClean="0" spc="109" sz="1950">
                <a:solidFill>
                  <a:srgbClr val="C7C7C7"/>
                </a:solidFill>
                <a:latin typeface="Segoe Fluent Icons"/>
                <a:cs typeface="Segoe Fluent Icons"/>
              </a:rPr>
              <a:t> </a:t>
            </a:r>
            <a:r>
              <a:rPr dirty="0" smtClean="0" spc="-2" sz="1300">
                <a:latin typeface="Times New Roman"/>
                <a:cs typeface="Times New Roman"/>
              </a:rPr>
              <a:t>D</a:t>
            </a:r>
            <a:r>
              <a:rPr dirty="0" smtClean="0" spc="-2" sz="1300">
                <a:latin typeface="Times New Roman"/>
                <a:cs typeface="Times New Roman"/>
              </a:rPr>
              <a:t>ecem</a:t>
            </a:r>
            <a:r>
              <a:rPr dirty="0" smtClean="0" spc="-2" sz="1300">
                <a:latin typeface="Times New Roman"/>
                <a:cs typeface="Times New Roman"/>
              </a:rPr>
              <a:t>b</a:t>
            </a:r>
            <a:r>
              <a:rPr dirty="0" smtClean="0" spc="-2" sz="1300">
                <a:latin typeface="Times New Roman"/>
                <a:cs typeface="Times New Roman"/>
              </a:rPr>
              <a:t>er</a:t>
            </a:r>
            <a:endParaRPr sz="1300">
              <a:latin typeface="Times New Roman"/>
              <a:cs typeface="Times New Roman"/>
            </a:endParaRPr>
          </a:p>
          <a:p>
            <a:pPr marL="450026">
              <a:lnSpc>
                <a:spcPct val="101277"/>
              </a:lnSpc>
              <a:spcBef>
                <a:spcPts val="680"/>
              </a:spcBef>
            </a:pPr>
            <a:r>
              <a:rPr dirty="0" smtClean="0" sz="900">
                <a:solidFill>
                  <a:srgbClr val="605D5C"/>
                </a:solidFill>
                <a:latin typeface="Verdana"/>
                <a:cs typeface="Verdana"/>
              </a:rPr>
              <a:t>0K</a:t>
            </a:r>
            <a:endParaRPr sz="900">
              <a:latin typeface="Verdana"/>
              <a:cs typeface="Verdana"/>
            </a:endParaRPr>
          </a:p>
          <a:p>
            <a:pPr marL="2203671">
              <a:lnSpc>
                <a:spcPct val="101277"/>
              </a:lnSpc>
              <a:spcBef>
                <a:spcPts val="1038"/>
              </a:spcBef>
            </a:pP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July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                                          </a:t>
            </a:r>
            <a:r>
              <a:rPr dirty="0" smtClean="0" spc="129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July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                                          </a:t>
            </a:r>
            <a:r>
              <a:rPr dirty="0" smtClean="0" spc="129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July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                   </a:t>
            </a:r>
            <a:r>
              <a:rPr dirty="0" smtClean="0" spc="235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July</a:t>
            </a:r>
            <a:endParaRPr sz="900">
              <a:latin typeface="Verdana"/>
              <a:cs typeface="Verdana"/>
            </a:endParaRPr>
          </a:p>
          <a:p>
            <a:pPr marL="2170036">
              <a:lnSpc>
                <a:spcPct val="101277"/>
              </a:lnSpc>
              <a:spcBef>
                <a:spcPts val="359"/>
              </a:spcBef>
            </a:pP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2021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                                        </a:t>
            </a:r>
            <a:r>
              <a:rPr dirty="0" smtClean="0" spc="230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2021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                                        </a:t>
            </a:r>
            <a:r>
              <a:rPr dirty="0" smtClean="0" spc="230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2021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                  </a:t>
            </a:r>
            <a:r>
              <a:rPr dirty="0" smtClean="0" spc="19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2021</a:t>
            </a:r>
            <a:endParaRPr sz="900">
              <a:latin typeface="Verdana"/>
              <a:cs typeface="Verdana"/>
            </a:endParaRPr>
          </a:p>
          <a:p>
            <a:pPr marL="2102766">
              <a:lnSpc>
                <a:spcPct val="101277"/>
              </a:lnSpc>
              <a:spcBef>
                <a:spcPts val="359"/>
              </a:spcBef>
            </a:pPr>
            <a:r>
              <a:rPr dirty="0" smtClean="0" spc="-29" sz="900">
                <a:solidFill>
                  <a:srgbClr val="605D5C"/>
                </a:solidFill>
                <a:latin typeface="Verdana"/>
                <a:cs typeface="Verdana"/>
              </a:rPr>
              <a:t>K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obane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                                     </a:t>
            </a:r>
            <a:r>
              <a:rPr dirty="0" smtClean="0" spc="300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Manbij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                                      </a:t>
            </a:r>
            <a:r>
              <a:rPr dirty="0" smtClean="0" spc="250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-19" sz="900">
                <a:solidFill>
                  <a:srgbClr val="605D5C"/>
                </a:solidFill>
                <a:latin typeface="Verdana"/>
                <a:cs typeface="Verdana"/>
              </a:rPr>
              <a:t>R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aqqa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                             </a:t>
            </a:r>
            <a:r>
              <a:rPr dirty="0" smtClean="0" spc="69" sz="900">
                <a:solidFill>
                  <a:srgbClr val="605D5C"/>
                </a:solidFill>
                <a:latin typeface="Verdana"/>
                <a:cs typeface="Verdana"/>
              </a:rPr>
              <a:t> </a:t>
            </a:r>
            <a:r>
              <a:rPr dirty="0" smtClean="0" spc="0" sz="900">
                <a:solidFill>
                  <a:srgbClr val="605D5C"/>
                </a:solidFill>
                <a:latin typeface="Verdana"/>
                <a:cs typeface="Verdana"/>
              </a:rPr>
              <a:t>z_Not_Suppli…</a:t>
            </a:r>
            <a:endParaRPr sz="900">
              <a:latin typeface="Verdana"/>
              <a:cs typeface="Verdana"/>
            </a:endParaRPr>
          </a:p>
          <a:p>
            <a:pPr algn="ctr" marL="5008028" marR="6206525">
              <a:lnSpc>
                <a:spcPct val="101277"/>
              </a:lnSpc>
              <a:spcBef>
                <a:spcPts val="430"/>
              </a:spcBef>
            </a:pPr>
            <a:r>
              <a:rPr dirty="0" smtClean="0" sz="1200">
                <a:solidFill>
                  <a:srgbClr val="252423"/>
                </a:solidFill>
                <a:latin typeface="Verdana"/>
                <a:cs typeface="Verdana"/>
              </a:rPr>
              <a:t>Area</a:t>
            </a:r>
            <a:r>
              <a:rPr dirty="0" smtClean="0" sz="12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z="1200">
                <a:solidFill>
                  <a:srgbClr val="252423"/>
                </a:solidFill>
                <a:latin typeface="Verdana"/>
                <a:cs typeface="Verdana"/>
              </a:rPr>
              <a:t>&amp;</a:t>
            </a:r>
            <a:r>
              <a:rPr dirty="0" smtClean="0" sz="12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z="1200">
                <a:solidFill>
                  <a:srgbClr val="252423"/>
                </a:solidFill>
                <a:latin typeface="Verdana"/>
                <a:cs typeface="Verdana"/>
              </a:rPr>
              <a:t>Date</a:t>
            </a:r>
            <a:endParaRPr sz="1200">
              <a:latin typeface="Verdana"/>
              <a:cs typeface="Verdana"/>
            </a:endParaRPr>
          </a:p>
          <a:p>
            <a:pPr marL="142874">
              <a:lnSpc>
                <a:spcPct val="95825"/>
              </a:lnSpc>
              <a:spcBef>
                <a:spcPts val="931"/>
              </a:spcBef>
            </a:pP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v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er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g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e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I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ncom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e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of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G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r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ou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p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B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y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r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ea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nd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 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D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a</a:t>
            </a:r>
            <a:r>
              <a:rPr dirty="0" smtClean="0" spc="-28" sz="1400">
                <a:solidFill>
                  <a:srgbClr val="252423"/>
                </a:solidFill>
                <a:latin typeface="Times New Roman"/>
                <a:cs typeface="Times New Roman"/>
              </a:rPr>
              <a:t>te</a:t>
            </a:r>
            <a:endParaRPr sz="1400">
              <a:latin typeface="Times New Roman"/>
              <a:cs typeface="Times New Roman"/>
            </a:endParaRPr>
          </a:p>
          <a:p>
            <a:pPr marL="200024">
              <a:lnSpc>
                <a:spcPct val="101277"/>
              </a:lnSpc>
              <a:spcBef>
                <a:spcPts val="390"/>
              </a:spcBef>
            </a:pPr>
            <a:r>
              <a:rPr dirty="0" smtClean="0" spc="-69" sz="1100">
                <a:solidFill>
                  <a:srgbClr val="252423"/>
                </a:solidFill>
                <a:latin typeface="Verdana"/>
                <a:cs typeface="Verdana"/>
              </a:rPr>
              <a:t>Y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ear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</a:t>
            </a:r>
            <a:r>
              <a:rPr dirty="0" smtClean="0" spc="125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Month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15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D</a:t>
            </a:r>
            <a:r>
              <a:rPr dirty="0" smtClean="0" spc="-9" sz="1100">
                <a:solidFill>
                  <a:srgbClr val="252423"/>
                </a:solidFill>
                <a:latin typeface="Verdana"/>
                <a:cs typeface="Verdana"/>
              </a:rPr>
              <a:t>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y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1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Area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11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Group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</a:t>
            </a:r>
            <a:r>
              <a:rPr dirty="0" smtClean="0" spc="9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-25" sz="1100">
                <a:solidFill>
                  <a:srgbClr val="252423"/>
                </a:solidFill>
                <a:latin typeface="Verdana"/>
                <a:cs typeface="Verdana"/>
              </a:rPr>
              <a:t>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vg_Monthly_Income</a:t>
            </a:r>
            <a:endParaRPr sz="1100">
              <a:latin typeface="Verdana"/>
              <a:cs typeface="Verdana"/>
            </a:endParaRPr>
          </a:p>
          <a:p>
            <a:pPr marL="206871">
              <a:lnSpc>
                <a:spcPct val="101277"/>
              </a:lnSpc>
              <a:spcBef>
                <a:spcPts val="913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2021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July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</a:t>
            </a:r>
            <a:r>
              <a:rPr dirty="0" smtClean="0" spc="27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-39" sz="1100">
                <a:solidFill>
                  <a:srgbClr val="252423"/>
                </a:solidFill>
                <a:latin typeface="Verdana"/>
                <a:cs typeface="Verdana"/>
              </a:rPr>
              <a:t>K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obane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</a:t>
            </a:r>
            <a:r>
              <a:rPr dirty="0" smtClean="0" spc="10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Group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25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35,000.00</a:t>
            </a:r>
            <a:endParaRPr sz="1100">
              <a:latin typeface="Verdana"/>
              <a:cs typeface="Verdana"/>
            </a:endParaRPr>
          </a:p>
          <a:p>
            <a:pPr marL="206871">
              <a:lnSpc>
                <a:spcPct val="101277"/>
              </a:lnSpc>
              <a:spcBef>
                <a:spcPts val="235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2021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July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</a:t>
            </a:r>
            <a:r>
              <a:rPr dirty="0" smtClean="0" spc="27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-39" sz="1100">
                <a:solidFill>
                  <a:srgbClr val="252423"/>
                </a:solidFill>
                <a:latin typeface="Verdana"/>
                <a:cs typeface="Verdana"/>
              </a:rPr>
              <a:t>K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obane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</a:t>
            </a:r>
            <a:r>
              <a:rPr dirty="0" smtClean="0" spc="10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Group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25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35,000.00</a:t>
            </a:r>
            <a:endParaRPr sz="1100">
              <a:latin typeface="Verdana"/>
              <a:cs typeface="Verdana"/>
            </a:endParaRPr>
          </a:p>
          <a:p>
            <a:pPr marL="206871">
              <a:lnSpc>
                <a:spcPct val="101277"/>
              </a:lnSpc>
              <a:spcBef>
                <a:spcPts val="235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2021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July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</a:t>
            </a:r>
            <a:r>
              <a:rPr dirty="0" smtClean="0" spc="27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-39" sz="1100">
                <a:solidFill>
                  <a:srgbClr val="252423"/>
                </a:solidFill>
                <a:latin typeface="Verdana"/>
                <a:cs typeface="Verdana"/>
              </a:rPr>
              <a:t>K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obane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</a:t>
            </a:r>
            <a:r>
              <a:rPr dirty="0" smtClean="0" spc="10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Group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25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26,666.67</a:t>
            </a:r>
            <a:endParaRPr sz="1100">
              <a:latin typeface="Verdana"/>
              <a:cs typeface="Verdana"/>
            </a:endParaRPr>
          </a:p>
          <a:p>
            <a:pPr marL="206871">
              <a:lnSpc>
                <a:spcPct val="101277"/>
              </a:lnSpc>
              <a:spcBef>
                <a:spcPts val="235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2021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July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</a:t>
            </a:r>
            <a:r>
              <a:rPr dirty="0" smtClean="0" spc="27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-39" sz="1100">
                <a:solidFill>
                  <a:srgbClr val="252423"/>
                </a:solidFill>
                <a:latin typeface="Verdana"/>
                <a:cs typeface="Verdana"/>
              </a:rPr>
              <a:t>K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obane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</a:t>
            </a:r>
            <a:r>
              <a:rPr dirty="0" smtClean="0" spc="10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Group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B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24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59,703.13</a:t>
            </a:r>
            <a:endParaRPr sz="1100">
              <a:latin typeface="Verdana"/>
              <a:cs typeface="Verdana"/>
            </a:endParaRPr>
          </a:p>
          <a:p>
            <a:pPr marL="206871">
              <a:lnSpc>
                <a:spcPct val="101277"/>
              </a:lnSpc>
              <a:spcBef>
                <a:spcPts val="235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2021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July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</a:t>
            </a:r>
            <a:r>
              <a:rPr dirty="0" smtClean="0" spc="27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-39" sz="1100">
                <a:solidFill>
                  <a:srgbClr val="252423"/>
                </a:solidFill>
                <a:latin typeface="Verdana"/>
                <a:cs typeface="Verdana"/>
              </a:rPr>
              <a:t>K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obane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</a:t>
            </a:r>
            <a:r>
              <a:rPr dirty="0" smtClean="0" spc="10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Group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B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24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38,179.78</a:t>
            </a:r>
            <a:endParaRPr sz="1100">
              <a:latin typeface="Verdana"/>
              <a:cs typeface="Verdana"/>
            </a:endParaRPr>
          </a:p>
          <a:p>
            <a:pPr marL="206871">
              <a:lnSpc>
                <a:spcPct val="101277"/>
              </a:lnSpc>
              <a:spcBef>
                <a:spcPts val="235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2021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July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</a:t>
            </a:r>
            <a:r>
              <a:rPr dirty="0" smtClean="0" spc="27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-39" sz="1100">
                <a:solidFill>
                  <a:srgbClr val="252423"/>
                </a:solidFill>
                <a:latin typeface="Verdana"/>
                <a:cs typeface="Verdana"/>
              </a:rPr>
              <a:t>K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obane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</a:t>
            </a:r>
            <a:r>
              <a:rPr dirty="0" smtClean="0" spc="10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Group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B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24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33,125.00</a:t>
            </a:r>
            <a:endParaRPr sz="1100">
              <a:latin typeface="Verdana"/>
              <a:cs typeface="Verdana"/>
            </a:endParaRPr>
          </a:p>
          <a:p>
            <a:pPr marL="206871">
              <a:lnSpc>
                <a:spcPct val="101277"/>
              </a:lnSpc>
              <a:spcBef>
                <a:spcPts val="235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2021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July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</a:t>
            </a:r>
            <a:r>
              <a:rPr dirty="0" smtClean="0" spc="27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-39" sz="1100">
                <a:solidFill>
                  <a:srgbClr val="252423"/>
                </a:solidFill>
                <a:latin typeface="Verdana"/>
                <a:cs typeface="Verdana"/>
              </a:rPr>
              <a:t>K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obane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</a:t>
            </a:r>
            <a:r>
              <a:rPr dirty="0" smtClean="0" spc="10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Group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C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23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40,000.00</a:t>
            </a:r>
            <a:endParaRPr sz="1100">
              <a:latin typeface="Verdana"/>
              <a:cs typeface="Verdana"/>
            </a:endParaRPr>
          </a:p>
          <a:p>
            <a:pPr marL="206871">
              <a:lnSpc>
                <a:spcPct val="101277"/>
              </a:lnSpc>
              <a:spcBef>
                <a:spcPts val="235"/>
              </a:spcBef>
            </a:pP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2021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July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</a:t>
            </a:r>
            <a:r>
              <a:rPr dirty="0" smtClean="0" spc="276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1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54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Manbij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</a:t>
            </a:r>
            <a:r>
              <a:rPr dirty="0" smtClean="0" spc="159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Group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A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                 </a:t>
            </a:r>
            <a:r>
              <a:rPr dirty="0" smtClean="0" spc="251" sz="1100">
                <a:solidFill>
                  <a:srgbClr val="252423"/>
                </a:solidFill>
                <a:latin typeface="Verdana"/>
                <a:cs typeface="Verdana"/>
              </a:rPr>
              <a:t> </a:t>
            </a:r>
            <a:r>
              <a:rPr dirty="0" smtClean="0" spc="0" sz="1100">
                <a:solidFill>
                  <a:srgbClr val="252423"/>
                </a:solidFill>
                <a:latin typeface="Verdana"/>
                <a:cs typeface="Verdana"/>
              </a:rPr>
              <a:t>24,588.24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xsi="http://www.w3.org/2001/XMLSchema-instance"/>
</file>